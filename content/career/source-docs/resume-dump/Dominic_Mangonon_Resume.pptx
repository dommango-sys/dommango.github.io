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33" r:id="rId1"/>
  </p:sldMasterIdLst>
  <p:notesMasterIdLst>
    <p:notesMasterId r:id="rId7"/>
  </p:notesMasterIdLst>
  <p:handoutMasterIdLst>
    <p:handoutMasterId r:id="rId8"/>
  </p:handoutMasterIdLst>
  <p:sldIdLst>
    <p:sldId id="258" r:id="rId2"/>
    <p:sldId id="256" r:id="rId3"/>
    <p:sldId id="259" r:id="rId4"/>
    <p:sldId id="260" r:id="rId5"/>
    <p:sldId id="257" r:id="rId6"/>
  </p:sldIdLst>
  <p:sldSz cx="9144000" cy="6858000" type="screen4x3"/>
  <p:notesSz cx="7315200" cy="96012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orient="horz" pos="2417">
          <p15:clr>
            <a:srgbClr val="A4A3A4"/>
          </p15:clr>
        </p15:guide>
        <p15:guide id="3" orient="horz" pos="6">
          <p15:clr>
            <a:srgbClr val="A4A3A4"/>
          </p15:clr>
        </p15:guide>
        <p15:guide id="4" orient="horz" pos="313">
          <p15:clr>
            <a:srgbClr val="A4A3A4"/>
          </p15:clr>
        </p15:guide>
        <p15:guide id="5" orient="horz" pos="867">
          <p15:clr>
            <a:srgbClr val="A4A3A4"/>
          </p15:clr>
        </p15:guide>
        <p15:guide id="6" orient="horz" pos="3910">
          <p15:clr>
            <a:srgbClr val="A4A3A4"/>
          </p15:clr>
        </p15:guide>
        <p15:guide id="7" orient="horz" pos="4002">
          <p15:clr>
            <a:srgbClr val="A4A3A4"/>
          </p15:clr>
        </p15:guide>
        <p15:guide id="8" orient="horz" pos="1072">
          <p15:clr>
            <a:srgbClr val="A4A3A4"/>
          </p15:clr>
        </p15:guide>
        <p15:guide id="9" pos="5442">
          <p15:clr>
            <a:srgbClr val="A4A3A4"/>
          </p15:clr>
        </p15:guide>
        <p15:guide id="10" pos="2879">
          <p15:clr>
            <a:srgbClr val="A4A3A4"/>
          </p15:clr>
        </p15:guide>
        <p15:guide id="11" pos="317">
          <p15:clr>
            <a:srgbClr val="A4A3A4"/>
          </p15:clr>
        </p15:guide>
        <p15:guide id="12">
          <p15:clr>
            <a:srgbClr val="A4A3A4"/>
          </p15:clr>
        </p15:guide>
        <p15:guide id="13" pos="575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5F5F"/>
    <a:srgbClr val="C0C0C0"/>
    <a:srgbClr val="DAA6A6"/>
    <a:srgbClr val="BF6363"/>
    <a:srgbClr val="489A1F"/>
    <a:srgbClr val="5571B4"/>
    <a:srgbClr val="FFB600"/>
    <a:srgbClr val="EAE8E2"/>
    <a:srgbClr val="D5D1C5"/>
    <a:srgbClr val="B6A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99" autoAdjust="0"/>
  </p:normalViewPr>
  <p:slideViewPr>
    <p:cSldViewPr snapToGrid="0" snapToObjects="1" showGuides="1">
      <p:cViewPr varScale="1">
        <p:scale>
          <a:sx n="89" d="100"/>
          <a:sy n="89" d="100"/>
        </p:scale>
        <p:origin x="1310" y="77"/>
      </p:cViewPr>
      <p:guideLst>
        <p:guide orient="horz"/>
        <p:guide orient="horz" pos="2417"/>
        <p:guide orient="horz" pos="6"/>
        <p:guide orient="horz" pos="313"/>
        <p:guide orient="horz" pos="867"/>
        <p:guide orient="horz" pos="3910"/>
        <p:guide orient="horz" pos="4002"/>
        <p:guide orient="horz" pos="1072"/>
        <p:guide pos="5442"/>
        <p:guide pos="2879"/>
        <p:guide pos="317"/>
        <p:guide/>
        <p:guide pos="5759"/>
      </p:guideLst>
    </p:cSldViewPr>
  </p:slideViewPr>
  <p:notesTextViewPr>
    <p:cViewPr>
      <p:scale>
        <a:sx n="1" d="1"/>
        <a:sy n="1" d="1"/>
      </p:scale>
      <p:origin x="0" y="0"/>
    </p:cViewPr>
  </p:notesTextViewPr>
  <p:sorterViewPr>
    <p:cViewPr>
      <p:scale>
        <a:sx n="110" d="100"/>
        <a:sy n="110" d="100"/>
      </p:scale>
      <p:origin x="0" y="0"/>
    </p:cViewPr>
  </p:sorterViewPr>
  <p:notesViewPr>
    <p:cSldViewPr snapToGrid="0" snapToObjects="1" showGuides="1">
      <p:cViewPr varScale="1">
        <p:scale>
          <a:sx n="79" d="100"/>
          <a:sy n="79" d="100"/>
        </p:scale>
        <p:origin x="-3132"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8C9B931B-CF42-4382-A255-A0C74A3C5D74}" type="datetimeFigureOut">
              <a:rPr lang="en-US" smtClean="0"/>
              <a:t>4/9/2016</a:t>
            </a:fld>
            <a:endParaRPr lang="en-US" dirty="0"/>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70AE011E-C414-4613-84AC-A04C53F4B1CB}" type="slidenum">
              <a:rPr lang="en-US" smtClean="0"/>
              <a:t>‹#›</a:t>
            </a:fld>
            <a:endParaRPr lang="en-US" dirty="0"/>
          </a:p>
        </p:txBody>
      </p:sp>
    </p:spTree>
    <p:extLst>
      <p:ext uri="{BB962C8B-B14F-4D97-AF65-F5344CB8AC3E}">
        <p14:creationId xmlns:p14="http://schemas.microsoft.com/office/powerpoint/2010/main" val="2269349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8E10E6FD-89E2-4AFA-9E55-414523EEFAA0}" type="datetimeFigureOut">
              <a:rPr lang="en-US" smtClean="0"/>
              <a:t>4/9/2016</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8579CAE5-D6A1-424E-AFD7-AA0006AFDF7F}" type="slidenum">
              <a:rPr lang="en-US" smtClean="0"/>
              <a:t>‹#›</a:t>
            </a:fld>
            <a:endParaRPr lang="en-US" dirty="0"/>
          </a:p>
        </p:txBody>
      </p:sp>
    </p:spTree>
    <p:extLst>
      <p:ext uri="{BB962C8B-B14F-4D97-AF65-F5344CB8AC3E}">
        <p14:creationId xmlns:p14="http://schemas.microsoft.com/office/powerpoint/2010/main" val="2780980456"/>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1950" indent="-18415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39750" indent="-177800" algn="l" defTabSz="914400" rtl="0" eaLnBrk="1" latinLnBrk="0" hangingPunct="1">
      <a:buFont typeface="Arial" panose="020B0604020202020204" pitchFamily="34" charset="0"/>
      <a:buChar char="•"/>
      <a:tabLst/>
      <a:defRPr sz="1200" kern="1200">
        <a:solidFill>
          <a:schemeClr val="tx1"/>
        </a:solidFill>
        <a:latin typeface="+mn-lt"/>
        <a:ea typeface="+mn-ea"/>
        <a:cs typeface="+mn-cs"/>
      </a:defRPr>
    </a:lvl3pPr>
    <a:lvl4pPr marL="72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72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4.xml"/><Relationship Id="rId7" Type="http://schemas.openxmlformats.org/officeDocument/2006/relationships/image" Target="../media/image2.emf"/><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5.xml"/><Relationship Id="rId9"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7.xml"/><Relationship Id="rId7" Type="http://schemas.openxmlformats.org/officeDocument/2006/relationships/image" Target="../media/image3.emf"/><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slideMaster" Target="../slideMasters/slideMaster1.xml"/><Relationship Id="rId9"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9.xml"/><Relationship Id="rId7" Type="http://schemas.openxmlformats.org/officeDocument/2006/relationships/image" Target="../media/image2.emf"/><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slideMaster" Target="../slideMasters/slideMaster1.xml"/><Relationship Id="rId10" Type="http://schemas.openxmlformats.org/officeDocument/2006/relationships/image" Target="../media/image7.emf"/><Relationship Id="rId4" Type="http://schemas.openxmlformats.org/officeDocument/2006/relationships/tags" Target="../tags/tag10.xml"/><Relationship Id="rId9"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slideMaster" Target="../slideMasters/slideMaster1.xml"/><Relationship Id="rId10" Type="http://schemas.openxmlformats.org/officeDocument/2006/relationships/image" Target="../media/image7.emf"/><Relationship Id="rId4" Type="http://schemas.openxmlformats.org/officeDocument/2006/relationships/tags" Target="../tags/tag13.xml"/><Relationship Id="rId9"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5.xml"/><Relationship Id="rId7" Type="http://schemas.openxmlformats.org/officeDocument/2006/relationships/image" Target="../media/image2.emf"/><Relationship Id="rId2" Type="http://schemas.openxmlformats.org/officeDocument/2006/relationships/tags" Target="../tags/tag14.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16.xml"/><Relationship Id="rId9"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8.xml"/><Relationship Id="rId7" Type="http://schemas.openxmlformats.org/officeDocument/2006/relationships/image" Target="../media/image2.emf"/><Relationship Id="rId2" Type="http://schemas.openxmlformats.org/officeDocument/2006/relationships/tags" Target="../tags/tag17.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19.xml"/><Relationship Id="rId9"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1.xml"/><Relationship Id="rId7" Type="http://schemas.openxmlformats.org/officeDocument/2006/relationships/image" Target="../media/image2.emf"/><Relationship Id="rId2" Type="http://schemas.openxmlformats.org/officeDocument/2006/relationships/tags" Target="../tags/tag20.xml"/><Relationship Id="rId1" Type="http://schemas.openxmlformats.org/officeDocument/2006/relationships/vmlDrawing" Target="../drawings/vmlDrawing8.vml"/><Relationship Id="rId6" Type="http://schemas.openxmlformats.org/officeDocument/2006/relationships/oleObject" Target="../embeddings/oleObject8.bin"/><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22.xml"/><Relationship Id="rId9"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4.xml"/><Relationship Id="rId7" Type="http://schemas.openxmlformats.org/officeDocument/2006/relationships/image" Target="../media/image2.emf"/><Relationship Id="rId2" Type="http://schemas.openxmlformats.org/officeDocument/2006/relationships/tags" Target="../tags/tag23.xml"/><Relationship Id="rId1" Type="http://schemas.openxmlformats.org/officeDocument/2006/relationships/vmlDrawing" Target="../drawings/vmlDrawing9.vml"/><Relationship Id="rId6" Type="http://schemas.openxmlformats.org/officeDocument/2006/relationships/oleObject" Target="../embeddings/oleObject9.bin"/><Relationship Id="rId5" Type="http://schemas.openxmlformats.org/officeDocument/2006/relationships/slideMaster" Target="../slideMasters/slideMaster1.xml"/><Relationship Id="rId10" Type="http://schemas.openxmlformats.org/officeDocument/2006/relationships/image" Target="../media/image5.emf"/><Relationship Id="rId4" Type="http://schemas.openxmlformats.org/officeDocument/2006/relationships/tags" Target="../tags/tag25.xml"/><Relationship Id="rId9"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ack and white - two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169207880"/>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3228"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sp>
        <p:nvSpPr>
          <p:cNvPr id="18" name="black rectangle cover top"/>
          <p:cNvSpPr/>
          <p:nvPr userDrawn="1"/>
        </p:nvSpPr>
        <p:spPr>
          <a:xfrm>
            <a:off x="0" y="0"/>
            <a:ext cx="9144000" cy="342045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hasCustomPrompt="1"/>
          </p:nvPr>
        </p:nvSpPr>
        <p:spPr>
          <a:xfrm>
            <a:off x="2199564" y="2054226"/>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dirty="0" smtClean="0"/>
              <a:t>Click to edit </a:t>
            </a:r>
            <a:br>
              <a:rPr lang="en-US" dirty="0" smtClean="0"/>
            </a:br>
            <a:r>
              <a:rPr lang="en-US" dirty="0" smtClean="0"/>
              <a:t>Master title style</a:t>
            </a:r>
            <a:endParaRPr lang="en-US" dirty="0"/>
          </a:p>
        </p:txBody>
      </p:sp>
      <p:cxnSp>
        <p:nvCxnSpPr>
          <p:cNvPr id="20" name="Shape 14"/>
          <p:cNvCxnSpPr/>
          <p:nvPr userDrawn="1"/>
        </p:nvCxnSpPr>
        <p:spPr>
          <a:xfrm rot="5400000" flipH="1" flipV="1">
            <a:off x="5190897" y="-122660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21"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22"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pic>
        <p:nvPicPr>
          <p:cNvPr id="17" name="Ampersand"/>
          <p:cNvPicPr>
            <a:picLocks noChangeAspect="1"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6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669265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black and white - one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3718596790"/>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8262" name="think-cell Slide" r:id="rId5" imgW="360" imgH="360" progId="TCLayout.ActiveDocument.1">
                  <p:embed/>
                </p:oleObj>
              </mc:Choice>
              <mc:Fallback>
                <p:oleObj name="think-cell Slide" r:id="rId5" imgW="360" imgH="360" progId="TCLayout.ActiveDocument.1">
                  <p:embed/>
                  <p:pic>
                    <p:nvPicPr>
                      <p:cNvPr id="0" name=""/>
                      <p:cNvPicPr/>
                      <p:nvPr/>
                    </p:nvPicPr>
                    <p:blipFill>
                      <a:blip r:embed="rId6"/>
                      <a:stretch>
                        <a:fillRect/>
                      </a:stretch>
                    </p:blipFill>
                    <p:spPr>
                      <a:xfrm>
                        <a:off x="1468" y="1590"/>
                        <a:ext cx="1465" cy="1587"/>
                      </a:xfrm>
                      <a:prstGeom prst="rect">
                        <a:avLst/>
                      </a:prstGeom>
                    </p:spPr>
                  </p:pic>
                </p:oleObj>
              </mc:Fallback>
            </mc:AlternateContent>
          </a:graphicData>
        </a:graphic>
      </p:graphicFrame>
      <p:sp>
        <p:nvSpPr>
          <p:cNvPr id="18" name="black rectangle cover top"/>
          <p:cNvSpPr/>
          <p:nvPr userDrawn="1"/>
        </p:nvSpPr>
        <p:spPr>
          <a:xfrm>
            <a:off x="0" y="0"/>
            <a:ext cx="9144000" cy="342045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2199564" y="2686630"/>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smtClean="0"/>
              <a:t>Click to edit Master title style</a:t>
            </a:r>
            <a:endParaRPr lang="en-US" dirty="0"/>
          </a:p>
        </p:txBody>
      </p:sp>
      <p:cxnSp>
        <p:nvCxnSpPr>
          <p:cNvPr id="14" name="Shape 14"/>
          <p:cNvCxnSpPr/>
          <p:nvPr userDrawn="1"/>
        </p:nvCxnSpPr>
        <p:spPr>
          <a:xfrm rot="5400000" flipH="1" flipV="1">
            <a:off x="5190897" y="-58565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pic>
        <p:nvPicPr>
          <p:cNvPr id="20" name="Ampersand"/>
          <p:cNvPicPr>
            <a:picLocks noChangeAspect="1" noChangeArrowheads="1"/>
          </p:cNvPicPr>
          <p:nvPr userDrawn="1">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wC logo"/>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23"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24"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pic>
        <p:nvPicPr>
          <p:cNvPr id="17" name="Picture 161"/>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32986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hite - two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3016396860"/>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4579"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cxnSp>
        <p:nvCxnSpPr>
          <p:cNvPr id="28"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14"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Title 1"/>
          <p:cNvSpPr>
            <a:spLocks noGrp="1"/>
          </p:cNvSpPr>
          <p:nvPr>
            <p:ph type="ctrTitle" hasCustomPrompt="1"/>
          </p:nvPr>
        </p:nvSpPr>
        <p:spPr>
          <a:xfrm>
            <a:off x="2199564" y="2054226"/>
            <a:ext cx="6341668" cy="1231106"/>
          </a:xfrm>
        </p:spPr>
        <p:txBody>
          <a:bodyPr wrap="square" lIns="0" tIns="0" rIns="0" bIns="0" anchor="t">
            <a:spAutoFit/>
          </a:bodyPr>
          <a:lstStyle>
            <a:lvl1pPr>
              <a:lnSpc>
                <a:spcPts val="4830"/>
              </a:lnSpc>
              <a:spcBef>
                <a:spcPts val="600"/>
              </a:spcBef>
              <a:defRPr sz="4200" i="1">
                <a:solidFill>
                  <a:schemeClr val="tx1"/>
                </a:solidFill>
              </a:defRPr>
            </a:lvl1pPr>
          </a:lstStyle>
          <a:p>
            <a:r>
              <a:rPr lang="en-US" dirty="0" smtClean="0"/>
              <a:t>Click to edit </a:t>
            </a:r>
            <a:br>
              <a:rPr lang="en-US" dirty="0" smtClean="0"/>
            </a:br>
            <a:r>
              <a:rPr lang="en-US" dirty="0" smtClean="0"/>
              <a:t>Master title style</a:t>
            </a:r>
            <a:endParaRPr lang="en-US" dirty="0"/>
          </a:p>
        </p:txBody>
      </p:sp>
      <p:pic>
        <p:nvPicPr>
          <p:cNvPr id="19" name="Ampersand" descr="C:\Users\302977\AppData\Local\Temp\DropOL\24144\s&amp;_300dpi.png"/>
          <p:cNvPicPr>
            <a:picLocks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000"/>
            <a:ext cx="504000" cy="504000"/>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hape 14"/>
          <p:cNvCxnSpPr/>
          <p:nvPr userDrawn="1"/>
        </p:nvCxnSpPr>
        <p:spPr>
          <a:xfrm rot="5400000" flipH="1" flipV="1">
            <a:off x="5190897" y="-1226609"/>
            <a:ext cx="180000" cy="6516000"/>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chemeClr val="tx1"/>
                </a:solidFill>
              </a:defRPr>
            </a:lvl1pPr>
          </a:lstStyle>
          <a:p>
            <a:pPr lvl="0"/>
            <a:r>
              <a:rPr lang="en-US" dirty="0" smtClean="0"/>
              <a:t>Click to change date</a:t>
            </a:r>
            <a:endParaRPr lang="en-US" dirty="0"/>
          </a:p>
        </p:txBody>
      </p:sp>
      <p:sp>
        <p:nvSpPr>
          <p:cNvPr id="23"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chemeClr val="tx1"/>
                </a:solidFill>
              </a:defRPr>
            </a:lvl1pPr>
          </a:lstStyle>
          <a:p>
            <a:pPr lvl="0"/>
            <a:r>
              <a:rPr lang="en-US" dirty="0" smtClean="0"/>
              <a:t>Click to change document type</a:t>
            </a:r>
            <a:endParaRPr lang="en-US" dirty="0"/>
          </a:p>
        </p:txBody>
      </p:sp>
      <p:sp>
        <p:nvSpPr>
          <p:cNvPr id="24"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chemeClr val="tx1"/>
                </a:solidFill>
              </a:defRPr>
            </a:lvl1pPr>
          </a:lstStyle>
          <a:p>
            <a:pPr lvl="0"/>
            <a:r>
              <a:rPr lang="en-US" dirty="0" smtClean="0"/>
              <a:t>Click for client name</a:t>
            </a:r>
          </a:p>
        </p:txBody>
      </p:sp>
      <p:pic>
        <p:nvPicPr>
          <p:cNvPr id="18" name="Picture 159"/>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0400" cy="39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7391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hite - one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3393056175"/>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9281"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cxnSp>
        <p:nvCxnSpPr>
          <p:cNvPr id="28"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14"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19" name="Ampersand" descr="C:\Users\302977\AppData\Local\Temp\DropOL\24144\s&amp;_300dpi.png"/>
          <p:cNvPicPr>
            <a:picLocks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000"/>
            <a:ext cx="504000" cy="504000"/>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p:cNvSpPr>
            <a:spLocks noGrp="1"/>
          </p:cNvSpPr>
          <p:nvPr>
            <p:ph type="ctrTitle"/>
          </p:nvPr>
        </p:nvSpPr>
        <p:spPr>
          <a:xfrm>
            <a:off x="2199564" y="2686630"/>
            <a:ext cx="6341668" cy="1231106"/>
          </a:xfrm>
          <a:ln>
            <a:noFill/>
          </a:ln>
        </p:spPr>
        <p:txBody>
          <a:bodyPr wrap="square" lIns="0" tIns="0" rIns="0" bIns="0" anchor="t">
            <a:spAutoFit/>
          </a:bodyPr>
          <a:lstStyle>
            <a:lvl1pPr>
              <a:lnSpc>
                <a:spcPts val="4830"/>
              </a:lnSpc>
              <a:spcBef>
                <a:spcPts val="600"/>
              </a:spcBef>
              <a:defRPr sz="4200" i="1">
                <a:solidFill>
                  <a:schemeClr val="tx1"/>
                </a:solidFill>
              </a:defRPr>
            </a:lvl1pPr>
          </a:lstStyle>
          <a:p>
            <a:r>
              <a:rPr lang="en-US" smtClean="0"/>
              <a:t>Click to edit Master title style</a:t>
            </a:r>
            <a:endParaRPr lang="en-US" dirty="0"/>
          </a:p>
        </p:txBody>
      </p:sp>
      <p:cxnSp>
        <p:nvCxnSpPr>
          <p:cNvPr id="18" name="Shape 14"/>
          <p:cNvCxnSpPr/>
          <p:nvPr userDrawn="1"/>
        </p:nvCxnSpPr>
        <p:spPr>
          <a:xfrm rot="5400000" flipH="1" flipV="1">
            <a:off x="5190897" y="-585659"/>
            <a:ext cx="180000" cy="6516000"/>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chemeClr val="tx1"/>
                </a:solidFill>
              </a:defRPr>
            </a:lvl1pPr>
          </a:lstStyle>
          <a:p>
            <a:pPr lvl="0"/>
            <a:r>
              <a:rPr lang="en-US" dirty="0" smtClean="0"/>
              <a:t>Click to change date</a:t>
            </a:r>
            <a:endParaRPr lang="en-US" dirty="0"/>
          </a:p>
        </p:txBody>
      </p:sp>
      <p:sp>
        <p:nvSpPr>
          <p:cNvPr id="21"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chemeClr val="tx1"/>
                </a:solidFill>
              </a:defRPr>
            </a:lvl1pPr>
          </a:lstStyle>
          <a:p>
            <a:pPr lvl="0"/>
            <a:r>
              <a:rPr lang="en-US" dirty="0" smtClean="0"/>
              <a:t>Click to change document type</a:t>
            </a:r>
            <a:endParaRPr lang="en-US" dirty="0"/>
          </a:p>
        </p:txBody>
      </p:sp>
      <p:sp>
        <p:nvSpPr>
          <p:cNvPr id="24"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chemeClr val="tx1"/>
                </a:solidFill>
              </a:defRPr>
            </a:lvl1pPr>
          </a:lstStyle>
          <a:p>
            <a:pPr lvl="0"/>
            <a:r>
              <a:rPr lang="en-US" dirty="0" smtClean="0"/>
              <a:t>Click for client name</a:t>
            </a:r>
          </a:p>
        </p:txBody>
      </p:sp>
      <p:pic>
        <p:nvPicPr>
          <p:cNvPr id="13" name="Picture 159"/>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0400" cy="39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29789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area">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1874830761"/>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5275"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grpSp>
        <p:nvGrpSpPr>
          <p:cNvPr id="25" name="Group 24"/>
          <p:cNvGrpSpPr/>
          <p:nvPr userDrawn="1"/>
        </p:nvGrpSpPr>
        <p:grpSpPr>
          <a:xfrm>
            <a:off x="0" y="0"/>
            <a:ext cx="9144000" cy="3429000"/>
            <a:chOff x="0" y="0"/>
            <a:chExt cx="9906000" cy="3429000"/>
          </a:xfrm>
        </p:grpSpPr>
        <p:sp>
          <p:nvSpPr>
            <p:cNvPr id="27" name="Rectangle 26"/>
            <p:cNvSpPr/>
            <p:nvPr userDrawn="1"/>
          </p:nvSpPr>
          <p:spPr>
            <a:xfrm>
              <a:off x="0" y="0"/>
              <a:ext cx="9906000" cy="3429000"/>
            </a:xfrm>
            <a:prstGeom prst="rect">
              <a:avLst/>
            </a:prstGeom>
            <a:solidFill>
              <a:srgbClr val="5571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i="1" dirty="0" smtClean="0">
                  <a:solidFill>
                    <a:schemeClr val="accent6"/>
                  </a:solidFill>
                </a:rPr>
                <a:t>Please replace the blue rectangle with a photo in accordance to the brand guidelines</a:t>
              </a:r>
              <a:endParaRPr lang="en-GB" b="1" i="1" dirty="0">
                <a:solidFill>
                  <a:schemeClr val="accent6"/>
                </a:solidFill>
              </a:endParaRPr>
            </a:p>
          </p:txBody>
        </p:sp>
        <p:cxnSp>
          <p:nvCxnSpPr>
            <p:cNvPr id="31" name="Straight Connector 30"/>
            <p:cNvCxnSpPr/>
            <p:nvPr userDrawn="1"/>
          </p:nvCxnSpPr>
          <p:spPr>
            <a:xfrm>
              <a:off x="0" y="0"/>
              <a:ext cx="9906000" cy="3429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V="1">
              <a:off x="0" y="3176"/>
              <a:ext cx="9906000" cy="34258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4" name="Title 1"/>
          <p:cNvSpPr>
            <a:spLocks noGrp="1"/>
          </p:cNvSpPr>
          <p:nvPr>
            <p:ph type="ctrTitle" hasCustomPrompt="1"/>
          </p:nvPr>
        </p:nvSpPr>
        <p:spPr>
          <a:xfrm>
            <a:off x="2199564" y="2054226"/>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dirty="0" smtClean="0"/>
              <a:t>Click to edit </a:t>
            </a:r>
            <a:br>
              <a:rPr lang="en-US" dirty="0" smtClean="0"/>
            </a:br>
            <a:r>
              <a:rPr lang="en-US" dirty="0" smtClean="0"/>
              <a:t>Master title style</a:t>
            </a:r>
            <a:endParaRPr lang="en-US" dirty="0"/>
          </a:p>
        </p:txBody>
      </p:sp>
      <p:cxnSp>
        <p:nvCxnSpPr>
          <p:cNvPr id="29" name="Shape 14"/>
          <p:cNvCxnSpPr/>
          <p:nvPr userDrawn="1"/>
        </p:nvCxnSpPr>
        <p:spPr>
          <a:xfrm rot="5400000" flipH="1" flipV="1">
            <a:off x="5190897" y="-122660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pic>
        <p:nvPicPr>
          <p:cNvPr id="20" name="PwC logo"/>
          <p:cNvPicPr>
            <a:picLocks noChangeAspect="1"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23"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26"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cxnSp>
        <p:nvCxnSpPr>
          <p:cNvPr id="28"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pic>
        <p:nvPicPr>
          <p:cNvPr id="19" name="Ampersand"/>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6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835181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area - one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2984086657"/>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50305"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grpSp>
        <p:nvGrpSpPr>
          <p:cNvPr id="25" name="Group 24"/>
          <p:cNvGrpSpPr/>
          <p:nvPr userDrawn="1"/>
        </p:nvGrpSpPr>
        <p:grpSpPr>
          <a:xfrm>
            <a:off x="0" y="0"/>
            <a:ext cx="9144000" cy="3429000"/>
            <a:chOff x="0" y="0"/>
            <a:chExt cx="9906000" cy="3429000"/>
          </a:xfrm>
        </p:grpSpPr>
        <p:sp>
          <p:nvSpPr>
            <p:cNvPr id="27" name="Rectangle 26"/>
            <p:cNvSpPr/>
            <p:nvPr userDrawn="1"/>
          </p:nvSpPr>
          <p:spPr>
            <a:xfrm>
              <a:off x="0" y="0"/>
              <a:ext cx="9906000" cy="3429000"/>
            </a:xfrm>
            <a:prstGeom prst="rect">
              <a:avLst/>
            </a:prstGeom>
            <a:solidFill>
              <a:srgbClr val="5571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i="1" dirty="0" smtClean="0">
                  <a:solidFill>
                    <a:schemeClr val="accent6"/>
                  </a:solidFill>
                </a:rPr>
                <a:t>Please replace the blue rectangle with a photo in accordance to the brand guidelines</a:t>
              </a:r>
              <a:endParaRPr lang="en-GB" b="1" i="1" dirty="0">
                <a:solidFill>
                  <a:schemeClr val="accent6"/>
                </a:solidFill>
              </a:endParaRPr>
            </a:p>
          </p:txBody>
        </p:sp>
        <p:cxnSp>
          <p:nvCxnSpPr>
            <p:cNvPr id="31" name="Straight Connector 30"/>
            <p:cNvCxnSpPr/>
            <p:nvPr userDrawn="1"/>
          </p:nvCxnSpPr>
          <p:spPr>
            <a:xfrm>
              <a:off x="0" y="0"/>
              <a:ext cx="9906000" cy="3429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V="1">
              <a:off x="0" y="3176"/>
              <a:ext cx="9906000" cy="34258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21"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8" name="Title 1"/>
          <p:cNvSpPr>
            <a:spLocks noGrp="1"/>
          </p:cNvSpPr>
          <p:nvPr>
            <p:ph type="ctrTitle"/>
          </p:nvPr>
        </p:nvSpPr>
        <p:spPr>
          <a:xfrm>
            <a:off x="2199564" y="2686630"/>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smtClean="0"/>
              <a:t>Click to edit Master title style</a:t>
            </a:r>
            <a:endParaRPr lang="en-US" dirty="0"/>
          </a:p>
        </p:txBody>
      </p:sp>
      <p:cxnSp>
        <p:nvCxnSpPr>
          <p:cNvPr id="19" name="Shape 14"/>
          <p:cNvCxnSpPr/>
          <p:nvPr userDrawn="1"/>
        </p:nvCxnSpPr>
        <p:spPr>
          <a:xfrm rot="5400000" flipH="1" flipV="1">
            <a:off x="5190897" y="-58565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pic>
        <p:nvPicPr>
          <p:cNvPr id="29" name="Ampersand"/>
          <p:cNvPicPr>
            <a:picLocks noChangeAspect="1"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26"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28"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pic>
        <p:nvPicPr>
          <p:cNvPr id="20" name="Picture 16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258503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area high visibility">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2494272803"/>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6299"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grpSp>
        <p:nvGrpSpPr>
          <p:cNvPr id="21" name="Group 20"/>
          <p:cNvGrpSpPr/>
          <p:nvPr/>
        </p:nvGrpSpPr>
        <p:grpSpPr>
          <a:xfrm>
            <a:off x="0" y="0"/>
            <a:ext cx="9144000" cy="3429000"/>
            <a:chOff x="0" y="0"/>
            <a:chExt cx="9906000" cy="3429000"/>
          </a:xfrm>
        </p:grpSpPr>
        <p:sp>
          <p:nvSpPr>
            <p:cNvPr id="22" name="Rectangle 21"/>
            <p:cNvSpPr/>
            <p:nvPr userDrawn="1"/>
          </p:nvSpPr>
          <p:spPr>
            <a:xfrm>
              <a:off x="0" y="0"/>
              <a:ext cx="9906000" cy="3429000"/>
            </a:xfrm>
            <a:prstGeom prst="rect">
              <a:avLst/>
            </a:prstGeom>
            <a:solidFill>
              <a:srgbClr val="5571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ctr" defTabSz="914400" rtl="0" eaLnBrk="1" fontAlgn="auto" latinLnBrk="0" hangingPunct="1">
                <a:lnSpc>
                  <a:spcPct val="100000"/>
                </a:lnSpc>
                <a:spcBef>
                  <a:spcPts val="0"/>
                </a:spcBef>
                <a:spcAft>
                  <a:spcPts val="0"/>
                </a:spcAft>
                <a:buClrTx/>
                <a:buSzTx/>
                <a:buFontTx/>
                <a:buNone/>
                <a:tabLst/>
                <a:defRPr/>
              </a:pPr>
              <a:r>
                <a:rPr lang="en-GB" b="1" i="1" dirty="0" smtClean="0">
                  <a:solidFill>
                    <a:schemeClr val="accent6"/>
                  </a:solidFill>
                </a:rPr>
                <a:t>Please replace the blue rectangle with a photo in accordance to the brand guidelines</a:t>
              </a:r>
            </a:p>
            <a:p>
              <a:pPr algn="ctr"/>
              <a:endParaRPr lang="en-GB" dirty="0"/>
            </a:p>
          </p:txBody>
        </p:sp>
        <p:cxnSp>
          <p:nvCxnSpPr>
            <p:cNvPr id="24" name="Straight Connector 23"/>
            <p:cNvCxnSpPr/>
            <p:nvPr userDrawn="1"/>
          </p:nvCxnSpPr>
          <p:spPr>
            <a:xfrm>
              <a:off x="0" y="0"/>
              <a:ext cx="9906000" cy="3429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V="1">
              <a:off x="0" y="3176"/>
              <a:ext cx="9906000" cy="34258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30"/>
          <p:cNvSpPr/>
          <p:nvPr userDrawn="1"/>
        </p:nvSpPr>
        <p:spPr>
          <a:xfrm>
            <a:off x="1749600" y="1676399"/>
            <a:ext cx="7394400" cy="1744055"/>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26"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8" name="Title 1"/>
          <p:cNvSpPr>
            <a:spLocks noGrp="1"/>
          </p:cNvSpPr>
          <p:nvPr>
            <p:ph type="ctrTitle" hasCustomPrompt="1"/>
          </p:nvPr>
        </p:nvSpPr>
        <p:spPr>
          <a:xfrm>
            <a:off x="2199564" y="2054226"/>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dirty="0" smtClean="0"/>
              <a:t>Click to edit </a:t>
            </a:r>
            <a:br>
              <a:rPr lang="en-US" dirty="0" smtClean="0"/>
            </a:br>
            <a:r>
              <a:rPr lang="en-US" dirty="0" smtClean="0"/>
              <a:t>Master title style</a:t>
            </a:r>
            <a:endParaRPr lang="en-US" dirty="0"/>
          </a:p>
        </p:txBody>
      </p:sp>
      <p:cxnSp>
        <p:nvCxnSpPr>
          <p:cNvPr id="33" name="Shape 14"/>
          <p:cNvCxnSpPr/>
          <p:nvPr userDrawn="1"/>
        </p:nvCxnSpPr>
        <p:spPr>
          <a:xfrm rot="5400000" flipH="1" flipV="1">
            <a:off x="5190897" y="-122660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pic>
        <p:nvPicPr>
          <p:cNvPr id="34" name="Ampersand"/>
          <p:cNvPicPr>
            <a:picLocks noChangeAspect="1"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19"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20"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pic>
        <p:nvPicPr>
          <p:cNvPr id="27" name="Picture 16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94349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image area high visibility - one line">
    <p:spTree>
      <p:nvGrpSpPr>
        <p:cNvPr id="1" name=""/>
        <p:cNvGrpSpPr/>
        <p:nvPr/>
      </p:nvGrpSpPr>
      <p:grpSpPr>
        <a:xfrm>
          <a:off x="0" y="0"/>
          <a:ext cx="0" cy="0"/>
          <a:chOff x="0" y="0"/>
          <a:chExt cx="0" cy="0"/>
        </a:xfrm>
      </p:grpSpPr>
      <p:graphicFrame>
        <p:nvGraphicFramePr>
          <p:cNvPr id="30" name="Object 29" hidden="1"/>
          <p:cNvGraphicFramePr>
            <a:graphicFrameLocks noChangeAspect="1"/>
          </p:cNvGraphicFramePr>
          <p:nvPr>
            <p:custDataLst>
              <p:tags r:id="rId2"/>
            </p:custDataLst>
            <p:extLst>
              <p:ext uri="{D42A27DB-BD31-4B8C-83A1-F6EECF244321}">
                <p14:modId xmlns:p14="http://schemas.microsoft.com/office/powerpoint/2010/main" val="3008112411"/>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51329" name="think-cell Slide" r:id="rId6" imgW="360" imgH="360" progId="TCLayout.ActiveDocument.1">
                  <p:embed/>
                </p:oleObj>
              </mc:Choice>
              <mc:Fallback>
                <p:oleObj name="think-cell Slide" r:id="rId6" imgW="360" imgH="360" progId="TCLayout.ActiveDocument.1">
                  <p:embed/>
                  <p:pic>
                    <p:nvPicPr>
                      <p:cNvPr id="0" name=""/>
                      <p:cNvPicPr/>
                      <p:nvPr/>
                    </p:nvPicPr>
                    <p:blipFill>
                      <a:blip r:embed="rId7"/>
                      <a:stretch>
                        <a:fillRect/>
                      </a:stretch>
                    </p:blipFill>
                    <p:spPr>
                      <a:xfrm>
                        <a:off x="1468" y="1590"/>
                        <a:ext cx="1465" cy="1587"/>
                      </a:xfrm>
                      <a:prstGeom prst="rect">
                        <a:avLst/>
                      </a:prstGeom>
                    </p:spPr>
                  </p:pic>
                </p:oleObj>
              </mc:Fallback>
            </mc:AlternateContent>
          </a:graphicData>
        </a:graphic>
      </p:graphicFrame>
      <p:grpSp>
        <p:nvGrpSpPr>
          <p:cNvPr id="21" name="Group 20"/>
          <p:cNvGrpSpPr/>
          <p:nvPr/>
        </p:nvGrpSpPr>
        <p:grpSpPr>
          <a:xfrm>
            <a:off x="0" y="0"/>
            <a:ext cx="9144000" cy="3429000"/>
            <a:chOff x="0" y="0"/>
            <a:chExt cx="9906000" cy="3429000"/>
          </a:xfrm>
        </p:grpSpPr>
        <p:sp>
          <p:nvSpPr>
            <p:cNvPr id="22" name="Rectangle 21"/>
            <p:cNvSpPr/>
            <p:nvPr userDrawn="1"/>
          </p:nvSpPr>
          <p:spPr>
            <a:xfrm>
              <a:off x="0" y="0"/>
              <a:ext cx="9906000" cy="3429000"/>
            </a:xfrm>
            <a:prstGeom prst="rect">
              <a:avLst/>
            </a:prstGeom>
            <a:solidFill>
              <a:srgbClr val="5571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ctr" defTabSz="914400" rtl="0" eaLnBrk="1" fontAlgn="auto" latinLnBrk="0" hangingPunct="1">
                <a:lnSpc>
                  <a:spcPct val="100000"/>
                </a:lnSpc>
                <a:spcBef>
                  <a:spcPts val="0"/>
                </a:spcBef>
                <a:spcAft>
                  <a:spcPts val="0"/>
                </a:spcAft>
                <a:buClrTx/>
                <a:buSzTx/>
                <a:buFontTx/>
                <a:buNone/>
                <a:tabLst/>
                <a:defRPr/>
              </a:pPr>
              <a:r>
                <a:rPr lang="en-GB" b="1" i="1" dirty="0" smtClean="0">
                  <a:solidFill>
                    <a:schemeClr val="accent6"/>
                  </a:solidFill>
                </a:rPr>
                <a:t>Please replace the blue rectangle with a photo in accordance to the brand guidelines</a:t>
              </a:r>
            </a:p>
            <a:p>
              <a:pPr algn="ctr"/>
              <a:endParaRPr lang="en-GB" dirty="0"/>
            </a:p>
          </p:txBody>
        </p:sp>
        <p:cxnSp>
          <p:nvCxnSpPr>
            <p:cNvPr id="24" name="Straight Connector 23"/>
            <p:cNvCxnSpPr/>
            <p:nvPr userDrawn="1"/>
          </p:nvCxnSpPr>
          <p:spPr>
            <a:xfrm>
              <a:off x="0" y="0"/>
              <a:ext cx="9906000" cy="3429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V="1">
              <a:off x="0" y="3176"/>
              <a:ext cx="9906000" cy="34258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30"/>
          <p:cNvSpPr/>
          <p:nvPr userDrawn="1"/>
        </p:nvSpPr>
        <p:spPr>
          <a:xfrm>
            <a:off x="1749600" y="2314575"/>
            <a:ext cx="7394400" cy="111442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black line middle"/>
          <p:cNvCxnSpPr/>
          <p:nvPr userDrawn="1"/>
        </p:nvCxnSpPr>
        <p:spPr>
          <a:xfrm>
            <a:off x="0" y="3420454"/>
            <a:ext cx="9144000"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sp>
        <p:nvSpPr>
          <p:cNvPr id="26" name="Subtitle 2"/>
          <p:cNvSpPr>
            <a:spLocks noGrp="1"/>
          </p:cNvSpPr>
          <p:nvPr>
            <p:ph type="subTitle" idx="1"/>
          </p:nvPr>
        </p:nvSpPr>
        <p:spPr>
          <a:xfrm>
            <a:off x="2201863" y="3600786"/>
            <a:ext cx="6341668" cy="1231106"/>
          </a:xfrm>
        </p:spPr>
        <p:txBody>
          <a:bodyPr wrap="square" lIns="0" tIns="0" rIns="0" bIns="0" anchor="t">
            <a:spAutoFit/>
          </a:bodyPr>
          <a:lstStyle>
            <a:lvl1pPr marL="0" indent="0" algn="l">
              <a:lnSpc>
                <a:spcPts val="4830"/>
              </a:lnSpc>
              <a:spcBef>
                <a:spcPts val="600"/>
              </a:spcBef>
              <a:spcAft>
                <a:spcPts val="0"/>
              </a:spcAft>
              <a:buNone/>
              <a:defRPr sz="4200" b="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8" name="Title 1"/>
          <p:cNvSpPr>
            <a:spLocks noGrp="1"/>
          </p:cNvSpPr>
          <p:nvPr>
            <p:ph type="ctrTitle"/>
          </p:nvPr>
        </p:nvSpPr>
        <p:spPr>
          <a:xfrm>
            <a:off x="2199564" y="2686630"/>
            <a:ext cx="6341668" cy="1231106"/>
          </a:xfrm>
        </p:spPr>
        <p:txBody>
          <a:bodyPr wrap="square" lIns="0" tIns="0" rIns="0" bIns="0" anchor="t">
            <a:spAutoFit/>
          </a:bodyPr>
          <a:lstStyle>
            <a:lvl1pPr>
              <a:lnSpc>
                <a:spcPts val="4830"/>
              </a:lnSpc>
              <a:spcBef>
                <a:spcPts val="600"/>
              </a:spcBef>
              <a:defRPr sz="4200" i="1">
                <a:solidFill>
                  <a:srgbClr val="FFFFFF"/>
                </a:solidFill>
              </a:defRPr>
            </a:lvl1pPr>
          </a:lstStyle>
          <a:p>
            <a:r>
              <a:rPr lang="en-US" smtClean="0"/>
              <a:t>Click to edit Master title style</a:t>
            </a:r>
            <a:endParaRPr lang="en-US" dirty="0"/>
          </a:p>
        </p:txBody>
      </p:sp>
      <p:cxnSp>
        <p:nvCxnSpPr>
          <p:cNvPr id="19" name="Shape 14"/>
          <p:cNvCxnSpPr/>
          <p:nvPr userDrawn="1"/>
        </p:nvCxnSpPr>
        <p:spPr>
          <a:xfrm rot="5400000" flipH="1" flipV="1">
            <a:off x="5190897" y="-585659"/>
            <a:ext cx="180000" cy="6516000"/>
          </a:xfrm>
          <a:prstGeom prst="bentConnector2">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pic>
        <p:nvPicPr>
          <p:cNvPr id="23" name="Ampersand"/>
          <p:cNvPicPr>
            <a:picLocks noChangeAspect="1" noChangeArrowheads="1"/>
          </p:cNvPicPr>
          <p:nvPr userDrawn="1">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93110" y="3177811"/>
            <a:ext cx="504000" cy="5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wC logo"/>
          <p:cNvPicPr>
            <a:picLocks noChangeAspect="1" noChangeArrowheads="1"/>
          </p:cNvPicPr>
          <p:nvPr userDrawn="1">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95587" y="5348288"/>
            <a:ext cx="1213200" cy="92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Placeholder 4"/>
          <p:cNvSpPr>
            <a:spLocks noGrp="1"/>
          </p:cNvSpPr>
          <p:nvPr>
            <p:ph type="body" sz="quarter" idx="10" hasCustomPrompt="1"/>
          </p:nvPr>
        </p:nvSpPr>
        <p:spPr>
          <a:xfrm>
            <a:off x="3204393" y="677758"/>
            <a:ext cx="1277594"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date</a:t>
            </a:r>
            <a:endParaRPr lang="en-US" dirty="0"/>
          </a:p>
        </p:txBody>
      </p:sp>
      <p:sp>
        <p:nvSpPr>
          <p:cNvPr id="29" name="Text Placeholder 4"/>
          <p:cNvSpPr>
            <a:spLocks noGrp="1"/>
          </p:cNvSpPr>
          <p:nvPr>
            <p:ph type="body" sz="quarter" idx="13" hasCustomPrompt="1"/>
          </p:nvPr>
        </p:nvSpPr>
        <p:spPr>
          <a:xfrm>
            <a:off x="5031106" y="677758"/>
            <a:ext cx="1926810" cy="166712"/>
          </a:xfrm>
        </p:spPr>
        <p:txBody>
          <a:bodyPr wrap="none" lIns="0" tIns="0" rIns="0" bIns="0">
            <a:spAutoFit/>
          </a:bodyPr>
          <a:lstStyle>
            <a:lvl1pPr marL="0" indent="0">
              <a:lnSpc>
                <a:spcPts val="1320"/>
              </a:lnSpc>
              <a:spcAft>
                <a:spcPts val="0"/>
              </a:spcAft>
              <a:buNone/>
              <a:defRPr sz="1100">
                <a:solidFill>
                  <a:srgbClr val="FFFFFF"/>
                </a:solidFill>
              </a:defRPr>
            </a:lvl1pPr>
          </a:lstStyle>
          <a:p>
            <a:pPr lvl="0"/>
            <a:r>
              <a:rPr lang="en-US" dirty="0" smtClean="0"/>
              <a:t>Click to change document type</a:t>
            </a:r>
            <a:endParaRPr lang="en-US" dirty="0"/>
          </a:p>
        </p:txBody>
      </p:sp>
      <p:sp>
        <p:nvSpPr>
          <p:cNvPr id="32" name="Text Placeholder 4"/>
          <p:cNvSpPr>
            <a:spLocks noGrp="1"/>
          </p:cNvSpPr>
          <p:nvPr>
            <p:ph type="body" sz="quarter" idx="14" hasCustomPrompt="1"/>
          </p:nvPr>
        </p:nvSpPr>
        <p:spPr>
          <a:xfrm>
            <a:off x="7250823" y="677758"/>
            <a:ext cx="1269578" cy="166712"/>
          </a:xfrm>
        </p:spPr>
        <p:txBody>
          <a:bodyPr wrap="none" lIns="0" tIns="0" rIns="0" bIns="0">
            <a:spAutoFit/>
          </a:bodyPr>
          <a:lstStyle>
            <a:lvl1pPr marL="0" indent="0" algn="r">
              <a:lnSpc>
                <a:spcPts val="1320"/>
              </a:lnSpc>
              <a:spcAft>
                <a:spcPts val="0"/>
              </a:spcAft>
              <a:buNone/>
              <a:defRPr sz="1100">
                <a:solidFill>
                  <a:srgbClr val="FFFFFF"/>
                </a:solidFill>
              </a:defRPr>
            </a:lvl1pPr>
          </a:lstStyle>
          <a:p>
            <a:pPr lvl="0"/>
            <a:r>
              <a:rPr lang="en-US" dirty="0" smtClean="0"/>
              <a:t>Click for client name</a:t>
            </a:r>
          </a:p>
        </p:txBody>
      </p:sp>
      <p:pic>
        <p:nvPicPr>
          <p:cNvPr id="33" name="Picture 16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596900" y="584200"/>
            <a:ext cx="1851015" cy="39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26196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5109178" y="6391806"/>
            <a:ext cx="453650" cy="123111"/>
          </a:xfrm>
          <a:prstGeom prst="rect">
            <a:avLst/>
          </a:prstGeom>
        </p:spPr>
        <p:txBody>
          <a:bodyPr/>
          <a:lstStyle/>
          <a:p>
            <a:r>
              <a:rPr lang="en-GB" smtClean="0"/>
              <a:t>Date</a:t>
            </a:r>
            <a:endParaRPr lang="en-US" dirty="0"/>
          </a:p>
        </p:txBody>
      </p:sp>
      <p:sp>
        <p:nvSpPr>
          <p:cNvPr id="4" name="Footer Placeholder 3"/>
          <p:cNvSpPr>
            <a:spLocks noGrp="1"/>
          </p:cNvSpPr>
          <p:nvPr>
            <p:ph type="ftr" sz="quarter" idx="11"/>
          </p:nvPr>
        </p:nvSpPr>
        <p:spPr>
          <a:xfrm>
            <a:off x="3791051" y="6391806"/>
            <a:ext cx="952184" cy="123111"/>
          </a:xfrm>
          <a:prstGeom prst="rect">
            <a:avLst/>
          </a:prstGeom>
        </p:spPr>
        <p:txBody>
          <a:bodyPr/>
          <a:lstStyle/>
          <a:p>
            <a:r>
              <a:rPr lang="en-US" smtClean="0"/>
              <a:t>Confidential Property</a:t>
            </a:r>
            <a:endParaRPr lang="en-US" dirty="0"/>
          </a:p>
        </p:txBody>
      </p:sp>
      <p:sp>
        <p:nvSpPr>
          <p:cNvPr id="5" name="Slide Number Placeholder 4"/>
          <p:cNvSpPr>
            <a:spLocks noGrp="1"/>
          </p:cNvSpPr>
          <p:nvPr>
            <p:ph type="sldNum" sz="quarter" idx="12"/>
          </p:nvPr>
        </p:nvSpPr>
        <p:spPr/>
        <p:txBody>
          <a:bodyPr/>
          <a:lstStyle/>
          <a:p>
            <a:fld id="{1D5773E5-EC42-4FD9-92B0-CAC05096A2AA}" type="slidenum">
              <a:rPr lang="en-US" smtClean="0"/>
              <a:pPr/>
              <a:t>‹#›</a:t>
            </a:fld>
            <a:endParaRPr lang="en-US" dirty="0"/>
          </a:p>
        </p:txBody>
      </p:sp>
      <p:cxnSp>
        <p:nvCxnSpPr>
          <p:cNvPr id="6" name="frame line"/>
          <p:cNvCxnSpPr/>
          <p:nvPr userDrawn="1"/>
        </p:nvCxnSpPr>
        <p:spPr>
          <a:xfrm rot="5400000" flipH="1" flipV="1">
            <a:off x="4431493" y="-3536947"/>
            <a:ext cx="180000" cy="8244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503238" y="1376364"/>
            <a:ext cx="8137525" cy="48307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7247676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5109178" y="6391806"/>
            <a:ext cx="453650" cy="123111"/>
          </a:xfrm>
          <a:prstGeom prst="rect">
            <a:avLst/>
          </a:prstGeom>
        </p:spPr>
        <p:txBody>
          <a:bodyPr/>
          <a:lstStyle/>
          <a:p>
            <a:r>
              <a:rPr lang="en-GB" smtClean="0"/>
              <a:t>Date</a:t>
            </a:r>
            <a:endParaRPr lang="en-US"/>
          </a:p>
        </p:txBody>
      </p:sp>
      <p:sp>
        <p:nvSpPr>
          <p:cNvPr id="5" name="Footer Placeholder 4"/>
          <p:cNvSpPr>
            <a:spLocks noGrp="1"/>
          </p:cNvSpPr>
          <p:nvPr>
            <p:ph type="ftr" sz="quarter" idx="11"/>
          </p:nvPr>
        </p:nvSpPr>
        <p:spPr>
          <a:xfrm>
            <a:off x="3791051" y="6391806"/>
            <a:ext cx="952184" cy="123111"/>
          </a:xfrm>
          <a:prstGeom prst="rect">
            <a:avLst/>
          </a:prstGeom>
        </p:spPr>
        <p:txBody>
          <a:bodyPr/>
          <a:lstStyle/>
          <a:p>
            <a:r>
              <a:rPr lang="en-US" smtClean="0"/>
              <a:t>Confidential Property</a:t>
            </a:r>
            <a:endParaRPr lang="en-US"/>
          </a:p>
        </p:txBody>
      </p:sp>
      <p:sp>
        <p:nvSpPr>
          <p:cNvPr id="6" name="Slide Number Placeholder 5"/>
          <p:cNvSpPr>
            <a:spLocks noGrp="1"/>
          </p:cNvSpPr>
          <p:nvPr>
            <p:ph type="sldNum" sz="quarter" idx="12"/>
          </p:nvPr>
        </p:nvSpPr>
        <p:spPr/>
        <p:txBody>
          <a:bodyPr/>
          <a:lstStyle/>
          <a:p>
            <a:fld id="{60497D7E-8C27-47D6-90F2-92DBB8FD8082}" type="slidenum">
              <a:rPr lang="en-US" smtClean="0"/>
              <a:t>‹#›</a:t>
            </a:fld>
            <a:endParaRPr lang="en-US"/>
          </a:p>
        </p:txBody>
      </p:sp>
      <p:cxnSp>
        <p:nvCxnSpPr>
          <p:cNvPr id="7" name="frame line"/>
          <p:cNvCxnSpPr/>
          <p:nvPr userDrawn="1"/>
        </p:nvCxnSpPr>
        <p:spPr>
          <a:xfrm rot="5400000" flipH="1" flipV="1">
            <a:off x="4431493" y="-3536947"/>
            <a:ext cx="180000" cy="8244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3"/>
          </p:nvPr>
        </p:nvSpPr>
        <p:spPr>
          <a:xfrm>
            <a:off x="503238" y="1350963"/>
            <a:ext cx="8140700" cy="212725"/>
          </a:xfrm>
        </p:spPr>
        <p:txBody>
          <a:bodyPr/>
          <a:lstStyle>
            <a:lvl1pPr marL="0" indent="0" algn="ctr">
              <a:buFontTx/>
              <a:buNone/>
              <a:defRPr b="1"/>
            </a:lvl1pPr>
            <a:lvl2pPr marL="198000" indent="0">
              <a:buFontTx/>
              <a:buNone/>
              <a:defRPr/>
            </a:lvl2pPr>
            <a:lvl3pPr marL="378612" indent="0">
              <a:buFontTx/>
              <a:buNone/>
              <a:defRPr/>
            </a:lvl3pPr>
            <a:lvl4pPr marL="558612" indent="0">
              <a:buFontTx/>
              <a:buNone/>
              <a:defRPr/>
            </a:lvl4pPr>
            <a:lvl5pPr marL="558612" indent="0">
              <a:buFontTx/>
              <a:buNone/>
              <a:defRPr/>
            </a:lvl5pPr>
          </a:lstStyle>
          <a:p>
            <a:pPr lvl="0"/>
            <a:r>
              <a:rPr lang="en-US" smtClean="0"/>
              <a:t>Click to edit Master text styles</a:t>
            </a:r>
          </a:p>
        </p:txBody>
      </p:sp>
    </p:spTree>
    <p:extLst>
      <p:ext uri="{BB962C8B-B14F-4D97-AF65-F5344CB8AC3E}">
        <p14:creationId xmlns:p14="http://schemas.microsoft.com/office/powerpoint/2010/main" val="281986969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Option 1">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503238" y="1630363"/>
            <a:ext cx="8135937" cy="2064668"/>
          </a:xfrm>
        </p:spPr>
        <p:txBody>
          <a:bodyPr wrap="square">
            <a:spAutoFit/>
          </a:bodyPr>
          <a:lstStyle>
            <a:lvl1pPr marL="0" indent="0">
              <a:lnSpc>
                <a:spcPts val="3100"/>
              </a:lnSpc>
              <a:spcAft>
                <a:spcPts val="0"/>
              </a:spcAft>
              <a:buNone/>
              <a:defRPr sz="2000" b="1" i="1" baseline="0">
                <a:solidFill>
                  <a:srgbClr val="5F5F5F"/>
                </a:solidFill>
                <a:latin typeface="+mj-lt"/>
              </a:defRPr>
            </a:lvl1pPr>
            <a:lvl2pPr marL="444500" indent="0">
              <a:lnSpc>
                <a:spcPts val="3100"/>
              </a:lnSpc>
              <a:spcAft>
                <a:spcPts val="0"/>
              </a:spcAft>
              <a:buNone/>
              <a:defRPr sz="2000" b="1" i="1">
                <a:solidFill>
                  <a:srgbClr val="5F5F5F"/>
                </a:solidFill>
                <a:latin typeface="+mj-lt"/>
              </a:defRPr>
            </a:lvl2pPr>
            <a:lvl3pPr marL="358775" indent="-358775">
              <a:buNone/>
              <a:tabLst>
                <a:tab pos="358775" algn="l"/>
              </a:tabLst>
              <a:defRPr sz="1800" b="1" i="1">
                <a:latin typeface="+mj-lt"/>
              </a:defRPr>
            </a:lvl3pPr>
            <a:lvl4pPr marL="717550" indent="0">
              <a:lnSpc>
                <a:spcPts val="3100"/>
              </a:lnSpc>
              <a:spcAft>
                <a:spcPts val="600"/>
              </a:spcAft>
              <a:buNone/>
              <a:defRPr sz="2000" b="1" i="1">
                <a:solidFill>
                  <a:srgbClr val="7F7F7F"/>
                </a:solidFill>
                <a:latin typeface="+mj-lt"/>
              </a:defRPr>
            </a:lvl4pPr>
            <a:lvl5pPr>
              <a:defRPr sz="1800" b="1" i="1">
                <a:latin typeface="+mj-lt"/>
              </a:defRPr>
            </a:lvl5pPr>
          </a:lstStyle>
          <a:p>
            <a:pPr lvl="0"/>
            <a:r>
              <a:rPr lang="en-US" dirty="0" smtClean="0"/>
              <a:t>Click to add divider information for the second level press ENTER then hit Increase list level button or (</a:t>
            </a:r>
            <a:r>
              <a:rPr lang="en-US" dirty="0" err="1" smtClean="0"/>
              <a:t>Shift+Alt+Arrow</a:t>
            </a:r>
            <a:r>
              <a:rPr lang="en-US" dirty="0" smtClean="0"/>
              <a:t> key right); highlight the relevant section in White with a Maroon shading</a:t>
            </a:r>
          </a:p>
          <a:p>
            <a:pPr lvl="1"/>
            <a:r>
              <a:rPr lang="en-US" dirty="0" smtClean="0"/>
              <a:t>Second level</a:t>
            </a:r>
          </a:p>
        </p:txBody>
      </p:sp>
      <p:sp>
        <p:nvSpPr>
          <p:cNvPr id="6" name="Date Placeholder 5"/>
          <p:cNvSpPr>
            <a:spLocks noGrp="1"/>
          </p:cNvSpPr>
          <p:nvPr>
            <p:ph type="dt" sz="half" idx="14"/>
          </p:nvPr>
        </p:nvSpPr>
        <p:spPr>
          <a:xfrm>
            <a:off x="5109178" y="6391806"/>
            <a:ext cx="453650" cy="123111"/>
          </a:xfrm>
          <a:prstGeom prst="rect">
            <a:avLst/>
          </a:prstGeom>
        </p:spPr>
        <p:txBody>
          <a:bodyPr/>
          <a:lstStyle/>
          <a:p>
            <a:r>
              <a:rPr lang="en-GB" smtClean="0"/>
              <a:t>Date</a:t>
            </a:r>
            <a:endParaRPr lang="en-US" dirty="0"/>
          </a:p>
        </p:txBody>
      </p:sp>
      <p:sp>
        <p:nvSpPr>
          <p:cNvPr id="8" name="Footer Placeholder 7"/>
          <p:cNvSpPr>
            <a:spLocks noGrp="1"/>
          </p:cNvSpPr>
          <p:nvPr>
            <p:ph type="ftr" sz="quarter" idx="15"/>
          </p:nvPr>
        </p:nvSpPr>
        <p:spPr>
          <a:xfrm>
            <a:off x="3791051" y="6391806"/>
            <a:ext cx="952184" cy="123111"/>
          </a:xfrm>
          <a:prstGeom prst="rect">
            <a:avLst/>
          </a:prstGeom>
        </p:spPr>
        <p:txBody>
          <a:bodyPr/>
          <a:lstStyle/>
          <a:p>
            <a:r>
              <a:rPr lang="en-US" smtClean="0"/>
              <a:t>Confidential Property</a:t>
            </a:r>
            <a:endParaRPr lang="en-US" dirty="0"/>
          </a:p>
        </p:txBody>
      </p:sp>
      <p:sp>
        <p:nvSpPr>
          <p:cNvPr id="9" name="Slide Number Placeholder 8"/>
          <p:cNvSpPr>
            <a:spLocks noGrp="1"/>
          </p:cNvSpPr>
          <p:nvPr>
            <p:ph type="sldNum" sz="quarter" idx="16"/>
          </p:nvPr>
        </p:nvSpPr>
        <p:spPr/>
        <p:txBody>
          <a:bodyPr/>
          <a:lstStyle/>
          <a:p>
            <a:fld id="{1D5773E5-EC42-4FD9-92B0-CAC05096A2AA}" type="slidenum">
              <a:rPr lang="en-US" smtClean="0"/>
              <a:pPr/>
              <a:t>‹#›</a:t>
            </a:fld>
            <a:endParaRPr lang="en-US" dirty="0"/>
          </a:p>
        </p:txBody>
      </p:sp>
    </p:spTree>
    <p:extLst>
      <p:ext uri="{BB962C8B-B14F-4D97-AF65-F5344CB8AC3E}">
        <p14:creationId xmlns:p14="http://schemas.microsoft.com/office/powerpoint/2010/main" val="18796855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5109178" y="6391806"/>
            <a:ext cx="453650" cy="123111"/>
          </a:xfrm>
          <a:prstGeom prst="rect">
            <a:avLst/>
          </a:prstGeom>
        </p:spPr>
        <p:txBody>
          <a:bodyPr/>
          <a:lstStyle/>
          <a:p>
            <a:r>
              <a:rPr lang="en-GB" smtClean="0"/>
              <a:t>Date</a:t>
            </a:r>
            <a:endParaRPr lang="en-US" dirty="0"/>
          </a:p>
        </p:txBody>
      </p:sp>
      <p:sp>
        <p:nvSpPr>
          <p:cNvPr id="4" name="Footer Placeholder 3"/>
          <p:cNvSpPr>
            <a:spLocks noGrp="1"/>
          </p:cNvSpPr>
          <p:nvPr>
            <p:ph type="ftr" sz="quarter" idx="11"/>
          </p:nvPr>
        </p:nvSpPr>
        <p:spPr>
          <a:xfrm>
            <a:off x="3791051" y="6391806"/>
            <a:ext cx="952184" cy="123111"/>
          </a:xfrm>
          <a:prstGeom prst="rect">
            <a:avLst/>
          </a:prstGeom>
        </p:spPr>
        <p:txBody>
          <a:bodyPr/>
          <a:lstStyle/>
          <a:p>
            <a:r>
              <a:rPr lang="en-US" smtClean="0"/>
              <a:t>Confidential Property</a:t>
            </a:r>
            <a:endParaRPr lang="en-US" dirty="0"/>
          </a:p>
        </p:txBody>
      </p:sp>
      <p:sp>
        <p:nvSpPr>
          <p:cNvPr id="5" name="Slide Number Placeholder 4"/>
          <p:cNvSpPr>
            <a:spLocks noGrp="1"/>
          </p:cNvSpPr>
          <p:nvPr>
            <p:ph type="sldNum" sz="quarter" idx="12"/>
          </p:nvPr>
        </p:nvSpPr>
        <p:spPr/>
        <p:txBody>
          <a:bodyPr/>
          <a:lstStyle/>
          <a:p>
            <a:fld id="{1D5773E5-EC42-4FD9-92B0-CAC05096A2AA}" type="slidenum">
              <a:rPr lang="en-US" smtClean="0"/>
              <a:pPr/>
              <a:t>‹#›</a:t>
            </a:fld>
            <a:endParaRPr lang="en-US" dirty="0"/>
          </a:p>
        </p:txBody>
      </p:sp>
      <p:cxnSp>
        <p:nvCxnSpPr>
          <p:cNvPr id="6" name="frame line"/>
          <p:cNvCxnSpPr/>
          <p:nvPr userDrawn="1"/>
        </p:nvCxnSpPr>
        <p:spPr>
          <a:xfrm rot="5400000" flipH="1" flipV="1">
            <a:off x="4431493" y="-3536947"/>
            <a:ext cx="180000" cy="8244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235627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without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a:xfrm>
            <a:off x="5109178" y="6391806"/>
            <a:ext cx="453650" cy="123111"/>
          </a:xfrm>
          <a:prstGeom prst="rect">
            <a:avLst/>
          </a:prstGeom>
        </p:spPr>
        <p:txBody>
          <a:bodyPr/>
          <a:lstStyle/>
          <a:p>
            <a:r>
              <a:rPr lang="en-GB" smtClean="0"/>
              <a:t>Date</a:t>
            </a:r>
            <a:endParaRPr lang="en-US"/>
          </a:p>
        </p:txBody>
      </p:sp>
      <p:sp>
        <p:nvSpPr>
          <p:cNvPr id="6" name="Footer Placeholder 5"/>
          <p:cNvSpPr>
            <a:spLocks noGrp="1"/>
          </p:cNvSpPr>
          <p:nvPr>
            <p:ph type="ftr" sz="quarter" idx="11"/>
          </p:nvPr>
        </p:nvSpPr>
        <p:spPr>
          <a:xfrm>
            <a:off x="3791051" y="6391806"/>
            <a:ext cx="952184" cy="123111"/>
          </a:xfrm>
          <a:prstGeom prst="rect">
            <a:avLst/>
          </a:prstGeom>
        </p:spPr>
        <p:txBody>
          <a:bodyPr/>
          <a:lstStyle/>
          <a:p>
            <a:r>
              <a:rPr lang="en-US" smtClean="0"/>
              <a:t>Confidential Property</a:t>
            </a:r>
            <a:endParaRPr lang="en-US"/>
          </a:p>
        </p:txBody>
      </p:sp>
      <p:sp>
        <p:nvSpPr>
          <p:cNvPr id="7" name="Slide Number Placeholder 6"/>
          <p:cNvSpPr>
            <a:spLocks noGrp="1"/>
          </p:cNvSpPr>
          <p:nvPr>
            <p:ph type="sldNum" sz="quarter" idx="12"/>
          </p:nvPr>
        </p:nvSpPr>
        <p:spPr/>
        <p:txBody>
          <a:bodyPr/>
          <a:lstStyle/>
          <a:p>
            <a:fld id="{60497D7E-8C27-47D6-90F2-92DBB8FD8082}" type="slidenum">
              <a:rPr lang="en-US" smtClean="0"/>
              <a:t>‹#›</a:t>
            </a:fld>
            <a:endParaRPr lang="en-US"/>
          </a:p>
        </p:txBody>
      </p:sp>
      <p:sp>
        <p:nvSpPr>
          <p:cNvPr id="9" name="Text Placeholder 8"/>
          <p:cNvSpPr>
            <a:spLocks noGrp="1"/>
          </p:cNvSpPr>
          <p:nvPr>
            <p:ph type="body" sz="quarter" idx="13"/>
          </p:nvPr>
        </p:nvSpPr>
        <p:spPr>
          <a:xfrm>
            <a:off x="503239" y="1376363"/>
            <a:ext cx="3992562" cy="48307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Text Placeholder 8"/>
          <p:cNvSpPr>
            <a:spLocks noGrp="1"/>
          </p:cNvSpPr>
          <p:nvPr>
            <p:ph type="body" sz="quarter" idx="14"/>
          </p:nvPr>
        </p:nvSpPr>
        <p:spPr>
          <a:xfrm>
            <a:off x="4646613" y="1376363"/>
            <a:ext cx="3992562" cy="48307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11" name="frame line"/>
          <p:cNvCxnSpPr/>
          <p:nvPr userDrawn="1"/>
        </p:nvCxnSpPr>
        <p:spPr>
          <a:xfrm rot="5400000" flipH="1" flipV="1">
            <a:off x="4431493" y="-3536947"/>
            <a:ext cx="180000" cy="8244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63230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6" name="frame line"/>
          <p:cNvCxnSpPr/>
          <p:nvPr userDrawn="1"/>
        </p:nvCxnSpPr>
        <p:spPr>
          <a:xfrm rot="5400000" flipH="1" flipV="1">
            <a:off x="4431493" y="-3536947"/>
            <a:ext cx="180000" cy="8244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11649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7"/>
            </p:custDataLst>
            <p:extLst>
              <p:ext uri="{D42A27DB-BD31-4B8C-83A1-F6EECF244321}">
                <p14:modId xmlns:p14="http://schemas.microsoft.com/office/powerpoint/2010/main" val="382422515"/>
              </p:ext>
            </p:extLst>
          </p:nvPr>
        </p:nvGraphicFramePr>
        <p:xfrm>
          <a:off x="1468" y="1590"/>
          <a:ext cx="1465" cy="1587"/>
        </p:xfrm>
        <a:graphic>
          <a:graphicData uri="http://schemas.openxmlformats.org/presentationml/2006/ole">
            <mc:AlternateContent xmlns:mc="http://schemas.openxmlformats.org/markup-compatibility/2006">
              <mc:Choice xmlns:v="urn:schemas-microsoft-com:vml" Requires="v">
                <p:oleObj spid="_x0000_s42382" name="think-cell Slide" r:id="rId18" imgW="270" imgH="270" progId="TCLayout.ActiveDocument.1">
                  <p:embed/>
                </p:oleObj>
              </mc:Choice>
              <mc:Fallback>
                <p:oleObj name="think-cell Slide" r:id="rId18" imgW="270" imgH="270" progId="TCLayout.ActiveDocument.1">
                  <p:embed/>
                  <p:pic>
                    <p:nvPicPr>
                      <p:cNvPr id="0" name=""/>
                      <p:cNvPicPr/>
                      <p:nvPr/>
                    </p:nvPicPr>
                    <p:blipFill>
                      <a:blip r:embed="rId19"/>
                      <a:stretch>
                        <a:fillRect/>
                      </a:stretch>
                    </p:blipFill>
                    <p:spPr>
                      <a:xfrm>
                        <a:off x="1468" y="1590"/>
                        <a:ext cx="1465"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4000" y="640938"/>
            <a:ext cx="8135999" cy="589905"/>
          </a:xfrm>
          <a:prstGeom prst="rect">
            <a:avLst/>
          </a:prstGeom>
        </p:spPr>
        <p:txBody>
          <a:bodyPr vert="horz" wrap="square" lIns="0" tIns="0" rIns="0" bIns="0" rtlCol="0" anchor="t">
            <a:spAutoFit/>
          </a:bodyPr>
          <a:lstStyle/>
          <a:p>
            <a:r>
              <a:rPr lang="en-US" dirty="0" smtClean="0"/>
              <a:t>Click to edit </a:t>
            </a:r>
            <a:br>
              <a:rPr lang="en-US" dirty="0" smtClean="0"/>
            </a:br>
            <a:r>
              <a:rPr lang="en-US" dirty="0" smtClean="0"/>
              <a:t>Master title</a:t>
            </a:r>
            <a:endParaRPr lang="en-US" dirty="0"/>
          </a:p>
        </p:txBody>
      </p:sp>
      <p:sp>
        <p:nvSpPr>
          <p:cNvPr id="3" name="Text Placeholder 2"/>
          <p:cNvSpPr>
            <a:spLocks noGrp="1"/>
          </p:cNvSpPr>
          <p:nvPr>
            <p:ph type="body" idx="1"/>
          </p:nvPr>
        </p:nvSpPr>
        <p:spPr>
          <a:xfrm>
            <a:off x="504000" y="1701799"/>
            <a:ext cx="8135999" cy="4505325"/>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4"/>
          </p:nvPr>
        </p:nvSpPr>
        <p:spPr>
          <a:xfrm>
            <a:off x="8634594" y="6391806"/>
            <a:ext cx="65" cy="123111"/>
          </a:xfrm>
          <a:prstGeom prst="rect">
            <a:avLst/>
          </a:prstGeom>
        </p:spPr>
        <p:txBody>
          <a:bodyPr vert="horz" wrap="none" lIns="0" tIns="0" rIns="0" bIns="0" rtlCol="0" anchor="t">
            <a:spAutoFit/>
          </a:bodyPr>
          <a:lstStyle>
            <a:lvl1pPr algn="r">
              <a:defRPr sz="800">
                <a:solidFill>
                  <a:srgbClr val="000000"/>
                </a:solidFill>
                <a:latin typeface="+mn-lt"/>
              </a:defRPr>
            </a:lvl1pPr>
          </a:lstStyle>
          <a:p>
            <a:endParaRPr lang="en-US" dirty="0"/>
          </a:p>
        </p:txBody>
      </p:sp>
      <p:cxnSp>
        <p:nvCxnSpPr>
          <p:cNvPr id="12" name="frame line bottom"/>
          <p:cNvCxnSpPr/>
          <p:nvPr/>
        </p:nvCxnSpPr>
        <p:spPr>
          <a:xfrm rot="5400000" flipH="1" flipV="1">
            <a:off x="4566659" y="2284858"/>
            <a:ext cx="0" cy="8136000"/>
          </a:xfrm>
          <a:prstGeom prst="bentConnector2">
            <a:avLst/>
          </a:prstGeom>
          <a:ln w="9525">
            <a:solidFill>
              <a:srgbClr val="000000"/>
            </a:solidFill>
          </a:ln>
        </p:spPr>
        <p:style>
          <a:lnRef idx="1">
            <a:schemeClr val="accent1"/>
          </a:lnRef>
          <a:fillRef idx="0">
            <a:schemeClr val="accent1"/>
          </a:fillRef>
          <a:effectRef idx="0">
            <a:schemeClr val="accent1"/>
          </a:effectRef>
          <a:fontRef idx="minor">
            <a:schemeClr val="tx1"/>
          </a:fontRef>
        </p:style>
      </p:cxnSp>
      <p:sp>
        <p:nvSpPr>
          <p:cNvPr id="17" name="text Strategy&amp; bottom"/>
          <p:cNvSpPr txBox="1">
            <a:spLocks/>
          </p:cNvSpPr>
          <p:nvPr/>
        </p:nvSpPr>
        <p:spPr>
          <a:xfrm>
            <a:off x="498659" y="6391806"/>
            <a:ext cx="755015" cy="123111"/>
          </a:xfrm>
          <a:prstGeom prst="rect">
            <a:avLst/>
          </a:prstGeom>
        </p:spPr>
        <p:txBody>
          <a:bodyPr vert="horz" wrap="none" lIns="0" tIns="0" rIns="0" bIns="0" rtlCol="0" anchor="t">
            <a:spAutoFit/>
          </a:bodyPr>
          <a:lstStyle>
            <a:defPPr>
              <a:defRPr lang="en-US"/>
            </a:defPPr>
            <a:lvl1pPr marL="0" algn="l" defTabSz="914400" rtl="0" eaLnBrk="1" latinLnBrk="0" hangingPunct="1">
              <a:defRPr sz="8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smtClean="0">
                <a:latin typeface="+mn-lt"/>
              </a:rPr>
              <a:t>Strategy&amp; | PwC</a:t>
            </a:r>
            <a:endParaRPr lang="en-US" sz="800" dirty="0">
              <a:latin typeface="+mn-lt"/>
            </a:endParaRPr>
          </a:p>
        </p:txBody>
      </p:sp>
    </p:spTree>
    <p:extLst>
      <p:ext uri="{BB962C8B-B14F-4D97-AF65-F5344CB8AC3E}">
        <p14:creationId xmlns:p14="http://schemas.microsoft.com/office/powerpoint/2010/main" val="270456789"/>
      </p:ext>
    </p:extLst>
  </p:cSld>
  <p:clrMap bg1="lt1" tx1="dk1" bg2="lt2" tx2="dk2" accent1="accent1" accent2="accent2" accent3="accent3" accent4="accent4" accent5="accent5" accent6="accent6" hlink="hlink" folHlink="folHlink"/>
  <p:sldLayoutIdLst>
    <p:sldLayoutId id="2147483734" r:id="rId1"/>
    <p:sldLayoutId id="2147483755" r:id="rId2"/>
    <p:sldLayoutId id="2147483735" r:id="rId3"/>
    <p:sldLayoutId id="2147483757" r:id="rId4"/>
    <p:sldLayoutId id="2147483736" r:id="rId5"/>
    <p:sldLayoutId id="2147483758" r:id="rId6"/>
    <p:sldLayoutId id="2147483737" r:id="rId7"/>
    <p:sldLayoutId id="2147483759" r:id="rId8"/>
    <p:sldLayoutId id="2147483763" r:id="rId9"/>
    <p:sldLayoutId id="2147483768" r:id="rId10"/>
    <p:sldLayoutId id="2147483744" r:id="rId11"/>
    <p:sldLayoutId id="2147483764" r:id="rId12"/>
    <p:sldLayoutId id="2147483770" r:id="rId13"/>
    <p:sldLayoutId id="2147483748" r:id="rId14"/>
  </p:sldLayoutIdLst>
  <p:timing>
    <p:tnLst>
      <p:par>
        <p:cTn id="1" dur="indefinite" restart="never" nodeType="tmRoot"/>
      </p:par>
    </p:tnLst>
  </p:timing>
  <p:hf hdr="0" ftr="0"/>
  <p:txStyles>
    <p:titleStyle>
      <a:lvl1pPr algn="l" defTabSz="914400" rtl="0" eaLnBrk="1" latinLnBrk="0" hangingPunct="1">
        <a:lnSpc>
          <a:spcPts val="2300"/>
        </a:lnSpc>
        <a:spcBef>
          <a:spcPct val="0"/>
        </a:spcBef>
        <a:spcAft>
          <a:spcPts val="0"/>
        </a:spcAft>
        <a:buNone/>
        <a:defRPr sz="2000" b="1" i="1" kern="1200">
          <a:solidFill>
            <a:schemeClr val="tx1"/>
          </a:solidFill>
          <a:latin typeface="+mj-lt"/>
          <a:ea typeface="+mj-ea"/>
          <a:cs typeface="+mj-cs"/>
        </a:defRPr>
      </a:lvl1pPr>
    </p:titleStyle>
    <p:bodyStyle>
      <a:lvl1pPr marL="179388" indent="-179388" algn="l" defTabSz="914400" rtl="0" eaLnBrk="1" latinLnBrk="0" hangingPunct="1">
        <a:lnSpc>
          <a:spcPct val="90000"/>
        </a:lnSpc>
        <a:spcBef>
          <a:spcPts val="1200"/>
        </a:spcBef>
        <a:spcAft>
          <a:spcPts val="0"/>
        </a:spcAft>
        <a:buFont typeface="Arial" panose="020B0604020202020204" pitchFamily="34" charset="0"/>
        <a:buChar char="•"/>
        <a:defRPr sz="1600" b="0" kern="1200">
          <a:solidFill>
            <a:schemeClr val="tx1"/>
          </a:solidFill>
          <a:latin typeface="+mn-lt"/>
          <a:ea typeface="+mn-ea"/>
          <a:cs typeface="+mn-cs"/>
        </a:defRPr>
      </a:lvl1pPr>
      <a:lvl2pPr marL="378000" indent="-180000" algn="l" defTabSz="914400" rtl="0" eaLnBrk="1" latinLnBrk="0" hangingPunct="1">
        <a:lnSpc>
          <a:spcPct val="90000"/>
        </a:lnSpc>
        <a:spcBef>
          <a:spcPts val="600"/>
        </a:spcBef>
        <a:buFont typeface="Arial" panose="020B0604020202020204" pitchFamily="34" charset="0"/>
        <a:buChar char="–"/>
        <a:defRPr sz="1600" b="0" kern="1200">
          <a:solidFill>
            <a:schemeClr val="tx1"/>
          </a:solidFill>
          <a:latin typeface="+mn-lt"/>
          <a:ea typeface="+mn-ea"/>
          <a:cs typeface="+mn-cs"/>
        </a:defRPr>
      </a:lvl2pPr>
      <a:lvl3pPr marL="55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3pPr>
      <a:lvl4pPr marL="73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4pPr>
      <a:lvl5pPr marL="738000" indent="-179388" algn="l" defTabSz="914400" rtl="0" eaLnBrk="1" latinLnBrk="0" hangingPunct="1">
        <a:lnSpc>
          <a:spcPct val="100000"/>
        </a:lnSpc>
        <a:spcBef>
          <a:spcPts val="0"/>
        </a:spcBef>
        <a:buFont typeface="Arial" panose="020B0604020202020204" pitchFamily="34" charset="0"/>
        <a:buChar char="–"/>
        <a:tabLst/>
        <a:defRPr sz="1600" b="0" kern="1200">
          <a:solidFill>
            <a:schemeClr val="tx1"/>
          </a:solidFill>
          <a:latin typeface="+mn-lt"/>
          <a:ea typeface="+mn-ea"/>
          <a:cs typeface="+mn-cs"/>
        </a:defRPr>
      </a:lvl5pPr>
      <a:lvl6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201863" y="3600786"/>
            <a:ext cx="6341668" cy="615553"/>
          </a:xfrm>
        </p:spPr>
        <p:txBody>
          <a:bodyPr/>
          <a:lstStyle/>
          <a:p>
            <a:r>
              <a:rPr lang="en-US" dirty="0" smtClean="0"/>
              <a:t>CV &amp; Accomplishments</a:t>
            </a:r>
            <a:endParaRPr lang="en-US" dirty="0"/>
          </a:p>
        </p:txBody>
      </p:sp>
      <p:sp>
        <p:nvSpPr>
          <p:cNvPr id="3" name="Title 2"/>
          <p:cNvSpPr>
            <a:spLocks noGrp="1"/>
          </p:cNvSpPr>
          <p:nvPr>
            <p:ph type="ctrTitle"/>
          </p:nvPr>
        </p:nvSpPr>
        <p:spPr>
          <a:xfrm>
            <a:off x="2199564" y="2054226"/>
            <a:ext cx="6341668" cy="1231106"/>
          </a:xfrm>
        </p:spPr>
        <p:txBody>
          <a:bodyPr/>
          <a:lstStyle/>
          <a:p>
            <a:r>
              <a:rPr lang="en-US" dirty="0" smtClean="0"/>
              <a:t>Dominic Mangonon</a:t>
            </a:r>
            <a:br>
              <a:rPr lang="en-US" dirty="0" smtClean="0"/>
            </a:br>
            <a:r>
              <a:rPr lang="en-US" dirty="0" smtClean="0"/>
              <a:t>FS Ops Strategy</a:t>
            </a:r>
            <a:endParaRPr lang="en-US" dirty="0"/>
          </a:p>
        </p:txBody>
      </p:sp>
      <p:sp>
        <p:nvSpPr>
          <p:cNvPr id="4" name="Text Placeholder 3"/>
          <p:cNvSpPr>
            <a:spLocks noGrp="1"/>
          </p:cNvSpPr>
          <p:nvPr>
            <p:ph type="body" sz="quarter" idx="10"/>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171288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37"/>
          <p:cNvGraphicFramePr>
            <a:graphicFrameLocks noGrp="1"/>
          </p:cNvGraphicFramePr>
          <p:nvPr>
            <p:extLst>
              <p:ext uri="{D42A27DB-BD31-4B8C-83A1-F6EECF244321}">
                <p14:modId xmlns:p14="http://schemas.microsoft.com/office/powerpoint/2010/main" val="1179353526"/>
              </p:ext>
            </p:extLst>
          </p:nvPr>
        </p:nvGraphicFramePr>
        <p:xfrm>
          <a:off x="507148" y="863576"/>
          <a:ext cx="8135762" cy="5518114"/>
        </p:xfrm>
        <a:graphic>
          <a:graphicData uri="http://schemas.openxmlformats.org/drawingml/2006/table">
            <a:tbl>
              <a:tblPr firstRow="1" lastRow="1"/>
              <a:tblGrid>
                <a:gridCol w="936000"/>
                <a:gridCol w="1840356"/>
                <a:gridCol w="2679703"/>
                <a:gridCol w="2679703"/>
              </a:tblGrid>
              <a:tr h="269308">
                <a:tc gridSpan="2">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itchFamily="2" charset="2"/>
                        <a:buNone/>
                        <a:tabLst/>
                      </a:pPr>
                      <a:r>
                        <a:rPr kumimoji="0" lang="en-US" sz="1200" b="1" i="0" u="none" strike="noStrike" cap="none" normalizeH="0" baseline="0" noProof="0" dirty="0" smtClean="0">
                          <a:ln>
                            <a:noFill/>
                          </a:ln>
                          <a:solidFill>
                            <a:schemeClr val="bg1"/>
                          </a:solidFill>
                          <a:effectLst/>
                          <a:latin typeface="+mn-lt"/>
                        </a:rPr>
                        <a:t>Dominic Mangonon</a:t>
                      </a:r>
                    </a:p>
                  </a:txBody>
                  <a:tcPr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itchFamily="2" charset="2"/>
                        <a:buNone/>
                        <a:tabLst/>
                      </a:pPr>
                      <a:r>
                        <a:rPr kumimoji="0" lang="en-US" sz="1200" b="1" i="0" u="none" strike="noStrike" cap="none" normalizeH="0" baseline="0" noProof="0" dirty="0" smtClean="0">
                          <a:ln>
                            <a:noFill/>
                          </a:ln>
                          <a:solidFill>
                            <a:schemeClr val="bg1"/>
                          </a:solidFill>
                          <a:effectLst/>
                          <a:latin typeface="+mn-lt"/>
                        </a:rPr>
                        <a:t>Experience</a:t>
                      </a:r>
                    </a:p>
                  </a:txBody>
                  <a:tcPr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itchFamily="2" charset="2"/>
                        <a:buNone/>
                        <a:tabLst/>
                      </a:pPr>
                      <a:r>
                        <a:rPr kumimoji="0" lang="en-US" sz="1200" b="1" i="0" u="none" strike="noStrike" cap="none" normalizeH="0" baseline="0" noProof="0" dirty="0" smtClean="0">
                          <a:ln>
                            <a:noFill/>
                          </a:ln>
                          <a:solidFill>
                            <a:schemeClr val="bg1"/>
                          </a:solidFill>
                          <a:effectLst/>
                          <a:latin typeface="+mn-lt"/>
                        </a:rPr>
                        <a:t>Experience / Awards</a:t>
                      </a:r>
                    </a:p>
                  </a:txBody>
                  <a:tcPr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tx1"/>
                    </a:solidFill>
                  </a:tcPr>
                </a:tc>
              </a:tr>
              <a:tr h="1201638">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Arial" panose="020B0604020202020204" pitchFamily="34" charset="0"/>
                        <a:buNone/>
                        <a:tabLst/>
                      </a:pPr>
                      <a:r>
                        <a:rPr kumimoji="0" lang="en-US" sz="1100" b="1" i="0" u="none" strike="noStrike" cap="none" normalizeH="0" baseline="0" noProof="0" dirty="0" smtClean="0">
                          <a:ln>
                            <a:noFill/>
                          </a:ln>
                          <a:solidFill>
                            <a:schemeClr val="bg1"/>
                          </a:solidFill>
                          <a:effectLst/>
                          <a:latin typeface="+mn-lt"/>
                        </a:rPr>
                        <a:t>Insert an image here</a:t>
                      </a:r>
                    </a:p>
                    <a:p>
                      <a:pPr marL="0" marR="0" lvl="0" indent="0" algn="l" defTabSz="914400" rtl="0" eaLnBrk="0" fontAlgn="base" latinLnBrk="0" hangingPunct="0">
                        <a:lnSpc>
                          <a:spcPct val="100000"/>
                        </a:lnSpc>
                        <a:spcBef>
                          <a:spcPct val="0"/>
                        </a:spcBef>
                        <a:spcAft>
                          <a:spcPct val="0"/>
                        </a:spcAft>
                        <a:buClr>
                          <a:schemeClr val="tx1"/>
                        </a:buClr>
                        <a:buSzTx/>
                        <a:buFont typeface="Arial" panose="020B0604020202020204" pitchFamily="34" charset="0"/>
                        <a:buNone/>
                        <a:tabLst/>
                      </a:pPr>
                      <a:r>
                        <a:rPr kumimoji="0" lang="en-US" sz="1100" b="1" i="0" u="none" strike="noStrike" cap="none" normalizeH="0" baseline="0" noProof="0" dirty="0" smtClean="0">
                          <a:ln>
                            <a:noFill/>
                          </a:ln>
                          <a:solidFill>
                            <a:schemeClr val="bg1"/>
                          </a:solidFill>
                          <a:effectLst/>
                          <a:latin typeface="+mn-lt"/>
                        </a:rPr>
                        <a:t>space is 3.4 cm by 2.6 cm</a:t>
                      </a:r>
                    </a:p>
                  </a:txBody>
                  <a:tcPr anchor="ctr" horzOverflow="overflow">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accent3"/>
                    </a:solidFill>
                  </a:tcPr>
                </a:tc>
                <a:tc>
                  <a:txBody>
                    <a:bodyPr/>
                    <a:lstStyle/>
                    <a:p>
                      <a:pPr marL="0" marR="0" lvl="0" indent="0" algn="l" defTabSz="914400" rtl="0" eaLnBrk="0" fontAlgn="base" latinLnBrk="0" hangingPunct="0">
                        <a:lnSpc>
                          <a:spcPct val="100000"/>
                        </a:lnSpc>
                        <a:spcBef>
                          <a:spcPct val="0"/>
                        </a:spcBef>
                        <a:spcAft>
                          <a:spcPts val="1200"/>
                        </a:spcAft>
                        <a:buClr>
                          <a:schemeClr val="tx1"/>
                        </a:buClr>
                        <a:buSzTx/>
                        <a:buFont typeface="Arial" panose="020B0604020202020204" pitchFamily="34" charset="0"/>
                        <a:buNone/>
                        <a:tabLst/>
                      </a:pPr>
                      <a:r>
                        <a:rPr kumimoji="0" lang="en-US" sz="1100" b="1" i="0" u="none" strike="noStrike" cap="none" normalizeH="0" baseline="0" noProof="0" dirty="0" smtClean="0">
                          <a:ln>
                            <a:noFill/>
                          </a:ln>
                          <a:solidFill>
                            <a:schemeClr val="bg1"/>
                          </a:solidFill>
                          <a:effectLst/>
                          <a:latin typeface="+mn-lt"/>
                        </a:rPr>
                        <a:t>Senior Associate </a:t>
                      </a:r>
                    </a:p>
                    <a:p>
                      <a:pPr marL="0" marR="0" lvl="0" indent="0" algn="l" defTabSz="914400" rtl="0" eaLnBrk="0" fontAlgn="base" latinLnBrk="0" hangingPunct="0">
                        <a:lnSpc>
                          <a:spcPct val="100000"/>
                        </a:lnSpc>
                        <a:spcBef>
                          <a:spcPct val="0"/>
                        </a:spcBef>
                        <a:spcAft>
                          <a:spcPts val="1200"/>
                        </a:spcAft>
                        <a:buClr>
                          <a:schemeClr val="tx1"/>
                        </a:buClr>
                        <a:buSzTx/>
                        <a:buFont typeface="Arial" panose="020B0604020202020204" pitchFamily="34" charset="0"/>
                        <a:buNone/>
                        <a:tabLst/>
                      </a:pPr>
                      <a:r>
                        <a:rPr kumimoji="0" lang="en-US" sz="1100" b="1" i="0" u="none" strike="noStrike" cap="none" normalizeH="0" baseline="0" noProof="0" dirty="0" smtClean="0">
                          <a:ln>
                            <a:noFill/>
                          </a:ln>
                          <a:solidFill>
                            <a:schemeClr val="bg1"/>
                          </a:solidFill>
                          <a:effectLst/>
                          <a:latin typeface="+mn-lt"/>
                        </a:rPr>
                        <a:t>Chicago</a:t>
                      </a:r>
                    </a:p>
                    <a:p>
                      <a:pPr marL="0" marR="0" lvl="0" indent="0" algn="l" defTabSz="914400" rtl="0" eaLnBrk="0" fontAlgn="base" latinLnBrk="0" hangingPunct="0">
                        <a:lnSpc>
                          <a:spcPct val="100000"/>
                        </a:lnSpc>
                        <a:spcBef>
                          <a:spcPct val="0"/>
                        </a:spcBef>
                        <a:spcAft>
                          <a:spcPts val="1200"/>
                        </a:spcAft>
                        <a:buClr>
                          <a:schemeClr val="tx1"/>
                        </a:buClr>
                        <a:buSzTx/>
                        <a:buFont typeface="Arial" panose="020B0604020202020204" pitchFamily="34" charset="0"/>
                        <a:buNone/>
                        <a:tabLst/>
                      </a:pPr>
                      <a:r>
                        <a:rPr kumimoji="0" lang="en-US" sz="1100" b="1" i="0" u="none" strike="noStrike" cap="none" normalizeH="0" baseline="0" noProof="0" dirty="0" smtClean="0">
                          <a:ln>
                            <a:noFill/>
                          </a:ln>
                          <a:solidFill>
                            <a:schemeClr val="bg1"/>
                          </a:solidFill>
                          <a:effectLst/>
                          <a:latin typeface="+mn-lt"/>
                        </a:rPr>
                        <a:t>Financial Services</a:t>
                      </a:r>
                    </a:p>
                  </a:txBody>
                  <a:tcPr anchor="ctr" horzOverflow="overflow">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tx2"/>
                    </a:solidFill>
                  </a:tcPr>
                </a:tc>
                <a:tc rowSpan="2">
                  <a:txBody>
                    <a:bodyPr/>
                    <a:lstStyle/>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100" b="1" i="1" u="none" strike="noStrike" kern="1200" cap="none" spc="0" normalizeH="0" baseline="0" noProof="0" dirty="0" smtClean="0">
                          <a:ln>
                            <a:noFill/>
                          </a:ln>
                          <a:solidFill>
                            <a:prstClr val="black"/>
                          </a:solidFill>
                          <a:effectLst/>
                          <a:uLnTx/>
                          <a:uFillTx/>
                          <a:latin typeface="+mn-lt"/>
                        </a:rPr>
                        <a:t>Banking &amp; Capital Markets Internship</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mn-lt"/>
                        </a:rPr>
                        <a:t>Managed work stream for a large global investment banking client, developing business requirement documents (BRDs) to guide the firm during its transition to a new regulatory platform</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mn-lt"/>
                        </a:rPr>
                        <a:t>Provided analysis and built exhibits for a large global investment banking client, used in the structuring of a Resolution Plan or “living will’ required of institutions posing a potential risk to the financial system</a:t>
                      </a: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100" b="1" i="1" u="none" strike="noStrike" kern="1200" cap="none" spc="0" normalizeH="0" baseline="0" noProof="0" dirty="0" smtClean="0">
                          <a:ln>
                            <a:noFill/>
                          </a:ln>
                          <a:solidFill>
                            <a:prstClr val="black"/>
                          </a:solidFill>
                          <a:effectLst/>
                          <a:uLnTx/>
                          <a:uFillTx/>
                          <a:latin typeface="+mn-lt"/>
                        </a:rPr>
                        <a:t>Industry Experience</a:t>
                      </a:r>
                      <a:endParaRPr kumimoji="0" lang="en-US" sz="1100" b="0" i="0" u="none" strike="noStrike" kern="1200" cap="none" spc="0" normalizeH="0" baseline="0" noProof="0" dirty="0" smtClean="0">
                        <a:ln>
                          <a:noFill/>
                        </a:ln>
                        <a:solidFill>
                          <a:prstClr val="black"/>
                        </a:solidFill>
                        <a:effectLst/>
                        <a:uLnTx/>
                        <a:uFillTx/>
                        <a:latin typeface="+mn-lt"/>
                      </a:endParaRP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mn-lt"/>
                        </a:rPr>
                        <a:t>2+ years of operations experience rotating through several middle and back-office functions within a large global investment bank. Areas of exposure include fixed income (interest rate swap, credit default swap) documentation, equity derivatives, referential data integrity, and collateral management via cash payments and securities lending (repo, reverse repo)</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endParaRPr kumimoji="0" lang="en-US" sz="1100" b="0" i="0" u="none" strike="noStrike" kern="1200" cap="none" spc="0" normalizeH="0" baseline="0" noProof="0" dirty="0" smtClean="0">
                        <a:ln>
                          <a:noFill/>
                        </a:ln>
                        <a:solidFill>
                          <a:prstClr val="black"/>
                        </a:solidFill>
                        <a:effectLst/>
                        <a:uLnTx/>
                        <a:uFillTx/>
                        <a:latin typeface="+mn-lt"/>
                      </a:endParaRP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endParaRPr kumimoji="0" lang="en-US" sz="1100" b="0" i="0" u="none" strike="noStrike" kern="1200" cap="none" spc="0" normalizeH="0" baseline="0" noProof="0" dirty="0" smtClean="0">
                        <a:ln>
                          <a:noFill/>
                        </a:ln>
                        <a:solidFill>
                          <a:prstClr val="black"/>
                        </a:solidFill>
                        <a:effectLst/>
                        <a:uLnTx/>
                        <a:uFillTx/>
                        <a:latin typeface="+mn-lt"/>
                      </a:endParaRPr>
                    </a:p>
                  </a:txBody>
                  <a:tcPr marL="36000" marR="36000" marT="72000" marB="72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100" b="1" i="1" u="none" strike="noStrike" kern="1200" cap="none" spc="0" normalizeH="0" baseline="0" noProof="0" dirty="0" smtClean="0">
                          <a:ln>
                            <a:noFill/>
                          </a:ln>
                          <a:solidFill>
                            <a:prstClr val="black"/>
                          </a:solidFill>
                          <a:effectLst/>
                          <a:uLnTx/>
                          <a:uFillTx/>
                          <a:latin typeface="+mn-lt"/>
                        </a:rPr>
                        <a:t>Industry Experience (continued)</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mn-lt"/>
                        </a:rPr>
                        <a:t>3+ years of operations experience working within the commodity futures and derivatives division of a large global investment bank. Role focused on the management of multiple, simultaneously on-going projects in addition to daily operational activities, while working closely with various cross-functional teams within the bank including: Trading, Marketing, IT, Compliance and Treasury</a:t>
                      </a: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100" b="1" i="1" u="none" strike="noStrike" kern="1200" cap="none" spc="0" normalizeH="0" baseline="0" noProof="0" dirty="0" smtClean="0">
                          <a:ln>
                            <a:noFill/>
                          </a:ln>
                          <a:solidFill>
                            <a:prstClr val="black"/>
                          </a:solidFill>
                          <a:effectLst/>
                          <a:uLnTx/>
                          <a:uFillTx/>
                          <a:latin typeface="+mn-lt"/>
                        </a:rPr>
                        <a:t>Recent Awards</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Second Place, CMU McKinsey &amp; Co. Consulting Case Competition (Team Lead) November 2013</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National Finalist, Reaching Out MBA Consulting Case Competition            October 2013</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First Place, CMU SCIO                   Consulting Case Competition (Team Lead) September 2013</a:t>
                      </a:r>
                    </a:p>
                    <a:p>
                      <a:pPr marL="171450" marR="0" lvl="0" indent="-171450" algn="l" defTabSz="914400" rtl="0" eaLnBrk="1" fontAlgn="auto" latinLnBrk="0" hangingPunct="1">
                        <a:lnSpc>
                          <a:spcPct val="90000"/>
                        </a:lnSpc>
                        <a:spcBef>
                          <a:spcPts val="120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mn-cs"/>
                      </a:endParaRPr>
                    </a:p>
                  </a:txBody>
                  <a:tcPr marL="36000" marR="36000" marT="72000" marB="72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r>
              <a:tr h="3968307">
                <a:tc gridSpan="2">
                  <a:txBody>
                    <a:body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100" b="1" i="1" u="none" strike="noStrike" kern="1200" cap="none" spc="0" normalizeH="0" baseline="0" noProof="0" dirty="0" smtClean="0">
                          <a:ln>
                            <a:noFill/>
                          </a:ln>
                          <a:solidFill>
                            <a:prstClr val="black"/>
                          </a:solidFill>
                          <a:effectLst/>
                          <a:uLnTx/>
                          <a:uFillTx/>
                          <a:latin typeface="+mn-lt"/>
                        </a:rPr>
                        <a:t>Summary</a:t>
                      </a: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000" b="1" i="0" u="none" strike="noStrike" kern="1200" cap="none" spc="0" normalizeH="0" baseline="0" noProof="0" dirty="0" smtClean="0">
                          <a:ln>
                            <a:noFill/>
                          </a:ln>
                          <a:solidFill>
                            <a:prstClr val="black"/>
                          </a:solidFill>
                          <a:effectLst/>
                          <a:uLnTx/>
                          <a:uFillTx/>
                          <a:latin typeface="+mn-lt"/>
                        </a:rPr>
                        <a:t>Executive summary</a:t>
                      </a:r>
                      <a:endParaRPr kumimoji="0" lang="en-US" sz="1000" b="0" i="0" u="none" strike="noStrike" kern="1200" cap="none" spc="0" normalizeH="0" baseline="0" noProof="0" dirty="0" smtClean="0">
                        <a:ln>
                          <a:noFill/>
                        </a:ln>
                        <a:solidFill>
                          <a:prstClr val="black"/>
                        </a:solidFill>
                        <a:effectLst/>
                        <a:uLnTx/>
                        <a:uFillTx/>
                        <a:latin typeface="+mn-lt"/>
                        <a:ea typeface="+mn-ea"/>
                        <a:cs typeface="+mn-cs"/>
                      </a:endParaRP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5+ years industry experience within Banking &amp; Capital Markets</a:t>
                      </a:r>
                      <a:endParaRPr kumimoji="0" lang="en-US" sz="1000" b="0" i="0" u="none" strike="noStrike" kern="1200" cap="none" spc="0" normalizeH="0" baseline="0" noProof="0" dirty="0" smtClean="0">
                        <a:ln>
                          <a:noFill/>
                        </a:ln>
                        <a:solidFill>
                          <a:prstClr val="black"/>
                        </a:solidFill>
                        <a:effectLst/>
                        <a:uLnTx/>
                        <a:uFillTx/>
                        <a:latin typeface="+mn-lt"/>
                      </a:endParaRP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000" b="1" i="0" u="none" strike="noStrike" kern="1200" cap="none" spc="0" normalizeH="0" baseline="0" noProof="0" dirty="0" smtClean="0">
                          <a:ln>
                            <a:noFill/>
                          </a:ln>
                          <a:solidFill>
                            <a:prstClr val="black"/>
                          </a:solidFill>
                          <a:effectLst/>
                          <a:uLnTx/>
                          <a:uFillTx/>
                          <a:latin typeface="+mn-lt"/>
                        </a:rPr>
                        <a:t>Relevant expertise</a:t>
                      </a: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Operations</a:t>
                      </a: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Trade Flow</a:t>
                      </a: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Information Systems</a:t>
                      </a: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000" b="1" i="0" u="none" strike="noStrike" kern="1200" cap="none" spc="0" normalizeH="0" baseline="0" noProof="0" dirty="0" smtClean="0">
                          <a:ln>
                            <a:noFill/>
                          </a:ln>
                          <a:solidFill>
                            <a:prstClr val="black"/>
                          </a:solidFill>
                          <a:effectLst/>
                          <a:uLnTx/>
                          <a:uFillTx/>
                          <a:latin typeface="+mn-lt"/>
                        </a:rPr>
                        <a:t>Prior experience</a:t>
                      </a:r>
                    </a:p>
                    <a:p>
                      <a:pPr marL="171450" marR="0" lvl="0" indent="-171450"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rPr>
                        <a:t>2014 Summer Intern, PwC Advisory</a:t>
                      </a:r>
                    </a:p>
                    <a:p>
                      <a:pPr marL="171450" marR="0" lvl="0" indent="-171450"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rPr>
                        <a:t>BNP Paribas, Corporate &amp; Investment Bank</a:t>
                      </a:r>
                    </a:p>
                    <a:p>
                      <a:pPr marL="0" marR="0" lvl="0" indent="0" algn="l" defTabSz="914400" rtl="0" eaLnBrk="1" fontAlgn="auto" latinLnBrk="0" hangingPunct="1">
                        <a:lnSpc>
                          <a:spcPct val="90000"/>
                        </a:lnSpc>
                        <a:spcBef>
                          <a:spcPts val="1200"/>
                        </a:spcBef>
                        <a:spcAft>
                          <a:spcPts val="300"/>
                        </a:spcAft>
                        <a:buClrTx/>
                        <a:buSzTx/>
                        <a:buFont typeface="Arial" panose="020B0604020202020204" pitchFamily="34" charset="0"/>
                        <a:buNone/>
                        <a:tabLst/>
                        <a:defRPr/>
                      </a:pPr>
                      <a:r>
                        <a:rPr kumimoji="0" lang="en-US" sz="1000" b="1" i="0" u="none" strike="noStrike" kern="1200" cap="none" spc="0" normalizeH="0" baseline="0" noProof="0" dirty="0" smtClean="0">
                          <a:ln>
                            <a:noFill/>
                          </a:ln>
                          <a:solidFill>
                            <a:prstClr val="black"/>
                          </a:solidFill>
                          <a:effectLst/>
                          <a:uLnTx/>
                          <a:uFillTx/>
                          <a:latin typeface="+mn-lt"/>
                        </a:rPr>
                        <a:t>Education</a:t>
                      </a: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MBA, Carnegie Mellon University     Tepper School of Business  (concentrations: Information Systems, Finance, Economics)</a:t>
                      </a:r>
                    </a:p>
                    <a:p>
                      <a:pPr marL="1270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mn-cs"/>
                      </a:endParaRP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000" b="0" i="0" u="none" strike="noStrike" kern="1200" cap="none" spc="0" normalizeH="0" baseline="0" noProof="0" dirty="0" smtClean="0">
                          <a:ln>
                            <a:noFill/>
                          </a:ln>
                          <a:solidFill>
                            <a:prstClr val="black"/>
                          </a:solidFill>
                          <a:effectLst/>
                          <a:uLnTx/>
                          <a:uFillTx/>
                          <a:latin typeface="+mn-lt"/>
                          <a:ea typeface="+mn-ea"/>
                          <a:cs typeface="+mn-cs"/>
                        </a:rPr>
                        <a:t>B.S. Finance, Rutgers University</a:t>
                      </a:r>
                    </a:p>
                    <a:p>
                      <a:pPr marL="184150" marR="0" lvl="0" indent="-17145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mn-cs"/>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EAE8E2"/>
                    </a:solidFill>
                  </a:tcPr>
                </a:tc>
                <a:tc hMerge="1">
                  <a:txBody>
                    <a:bodyPr/>
                    <a:lstStyle/>
                    <a:p>
                      <a:endParaRPr lang="en-US" dirty="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mn-cs"/>
                      </a:endParaRPr>
                    </a:p>
                  </a:txBody>
                  <a:tcPr marL="54000" marR="54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marL="171450" marR="0" lvl="0" indent="-171450" algn="l" defTabSz="914400" rtl="0" eaLnBrk="0" fontAlgn="base" latinLnBrk="0" hangingPunct="0">
                        <a:lnSpc>
                          <a:spcPct val="100000"/>
                        </a:lnSpc>
                        <a:spcBef>
                          <a:spcPct val="0"/>
                        </a:spcBef>
                        <a:spcAft>
                          <a:spcPct val="0"/>
                        </a:spcAft>
                        <a:buClr>
                          <a:schemeClr val="tx1"/>
                        </a:buClr>
                        <a:buSzTx/>
                        <a:buFont typeface="Arial" panose="020B0604020202020204" pitchFamily="34" charset="0"/>
                        <a:buChar char="•"/>
                        <a:tabLst/>
                      </a:pPr>
                      <a:endParaRPr kumimoji="0" lang="en-US" sz="1200" b="0" i="0" u="none" strike="noStrike" cap="none" normalizeH="0" baseline="0" dirty="0" smtClean="0">
                        <a:ln>
                          <a:noFill/>
                        </a:ln>
                        <a:solidFill>
                          <a:schemeClr val="tx1"/>
                        </a:solidFill>
                        <a:effectLst/>
                        <a:latin typeface="+mn-lt"/>
                      </a:endParaRPr>
                    </a:p>
                  </a:txBody>
                  <a:tcPr marL="84406" marR="844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 name="Slide Number Placeholder 7"/>
          <p:cNvSpPr>
            <a:spLocks noGrp="1"/>
          </p:cNvSpPr>
          <p:nvPr>
            <p:ph type="sldNum" sz="quarter" idx="4294967295"/>
          </p:nvPr>
        </p:nvSpPr>
        <p:spPr>
          <a:xfrm>
            <a:off x="8634594" y="6391806"/>
            <a:ext cx="65" cy="123111"/>
          </a:xfrm>
        </p:spPr>
        <p:txBody>
          <a:bodyPr/>
          <a:lstStyle/>
          <a:p>
            <a:fld id="{1D5773E5-EC42-4FD9-92B0-CAC05096A2AA}" type="slidenum">
              <a:rPr lang="en-US" smtClean="0"/>
              <a:t>1</a:t>
            </a:fld>
            <a:endParaRPr lang="en-US" dirty="0"/>
          </a:p>
        </p:txBody>
      </p:sp>
      <p:pic>
        <p:nvPicPr>
          <p:cNvPr id="2" name="Picture 1"/>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6406" t="9259" r="18147" b="22222"/>
          <a:stretch/>
        </p:blipFill>
        <p:spPr>
          <a:xfrm>
            <a:off x="498020" y="1134837"/>
            <a:ext cx="950353" cy="1196883"/>
          </a:xfrm>
          <a:prstGeom prst="rect">
            <a:avLst/>
          </a:prstGeom>
        </p:spPr>
      </p:pic>
    </p:spTree>
    <p:extLst>
      <p:ext uri="{BB962C8B-B14F-4D97-AF65-F5344CB8AC3E}">
        <p14:creationId xmlns:p14="http://schemas.microsoft.com/office/powerpoint/2010/main" val="41748714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04000" y="640938"/>
            <a:ext cx="8135999" cy="294953"/>
          </a:xfrm>
          <a:prstGeom prst="rect">
            <a:avLst/>
          </a:prstGeom>
        </p:spPr>
        <p:txBody>
          <a:bodyPr/>
          <a:lstStyle>
            <a:lvl1pPr algn="l" defTabSz="914400" rtl="0" eaLnBrk="1" latinLnBrk="0" hangingPunct="1">
              <a:lnSpc>
                <a:spcPts val="2300"/>
              </a:lnSpc>
              <a:spcBef>
                <a:spcPct val="0"/>
              </a:spcBef>
              <a:spcAft>
                <a:spcPts val="0"/>
              </a:spcAft>
              <a:buNone/>
              <a:defRPr sz="2000" b="1" i="1" kern="1200">
                <a:solidFill>
                  <a:schemeClr val="tx1"/>
                </a:solidFill>
                <a:latin typeface="+mj-lt"/>
                <a:ea typeface="+mj-ea"/>
                <a:cs typeface="+mj-cs"/>
              </a:defRPr>
            </a:lvl1pPr>
          </a:lstStyle>
          <a:p>
            <a:r>
              <a:rPr lang="en-US" dirty="0" smtClean="0"/>
              <a:t>Proposal / Business Development / Engagements</a:t>
            </a:r>
            <a:endParaRPr lang="en-US" dirty="0"/>
          </a:p>
        </p:txBody>
      </p:sp>
      <p:sp>
        <p:nvSpPr>
          <p:cNvPr id="3" name="Text Placeholder 2"/>
          <p:cNvSpPr txBox="1">
            <a:spLocks/>
          </p:cNvSpPr>
          <p:nvPr/>
        </p:nvSpPr>
        <p:spPr>
          <a:xfrm>
            <a:off x="503238" y="1376364"/>
            <a:ext cx="8137525" cy="4830762"/>
          </a:xfrm>
          <a:prstGeom prst="rect">
            <a:avLst/>
          </a:prstGeom>
        </p:spPr>
        <p:txBody>
          <a:bodyPr/>
          <a:lstStyle>
            <a:lvl1pPr marL="179388" indent="-179388" algn="l" defTabSz="914400" rtl="0" eaLnBrk="1" latinLnBrk="0" hangingPunct="1">
              <a:lnSpc>
                <a:spcPct val="90000"/>
              </a:lnSpc>
              <a:spcBef>
                <a:spcPts val="1200"/>
              </a:spcBef>
              <a:spcAft>
                <a:spcPts val="0"/>
              </a:spcAft>
              <a:buFont typeface="Arial" panose="020B0604020202020204" pitchFamily="34" charset="0"/>
              <a:buChar char="•"/>
              <a:defRPr sz="1600" b="0" kern="1200">
                <a:solidFill>
                  <a:schemeClr val="tx1"/>
                </a:solidFill>
                <a:latin typeface="+mn-lt"/>
                <a:ea typeface="+mn-ea"/>
                <a:cs typeface="+mn-cs"/>
              </a:defRPr>
            </a:lvl1pPr>
            <a:lvl2pPr marL="378000" indent="-180000" algn="l" defTabSz="914400" rtl="0" eaLnBrk="1" latinLnBrk="0" hangingPunct="1">
              <a:lnSpc>
                <a:spcPct val="90000"/>
              </a:lnSpc>
              <a:spcBef>
                <a:spcPts val="600"/>
              </a:spcBef>
              <a:buFont typeface="Arial" panose="020B0604020202020204" pitchFamily="34" charset="0"/>
              <a:buChar char="–"/>
              <a:defRPr sz="1600" b="0" kern="1200">
                <a:solidFill>
                  <a:schemeClr val="tx1"/>
                </a:solidFill>
                <a:latin typeface="+mn-lt"/>
                <a:ea typeface="+mn-ea"/>
                <a:cs typeface="+mn-cs"/>
              </a:defRPr>
            </a:lvl2pPr>
            <a:lvl3pPr marL="55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3pPr>
            <a:lvl4pPr marL="73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4pPr>
            <a:lvl5pPr marL="738000" indent="-179388" algn="l" defTabSz="914400" rtl="0" eaLnBrk="1" latinLnBrk="0" hangingPunct="1">
              <a:lnSpc>
                <a:spcPct val="100000"/>
              </a:lnSpc>
              <a:spcBef>
                <a:spcPts val="0"/>
              </a:spcBef>
              <a:buFont typeface="Arial" panose="020B0604020202020204" pitchFamily="34" charset="0"/>
              <a:buChar char="–"/>
              <a:tabLst/>
              <a:defRPr sz="1600" b="0" kern="1200">
                <a:solidFill>
                  <a:schemeClr val="tx1"/>
                </a:solidFill>
                <a:latin typeface="+mn-lt"/>
                <a:ea typeface="+mn-ea"/>
                <a:cs typeface="+mn-cs"/>
              </a:defRPr>
            </a:lvl5pPr>
            <a:lvl6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t>CS Shared Services (BD)</a:t>
            </a:r>
          </a:p>
          <a:p>
            <a:r>
              <a:rPr lang="en-US" dirty="0" smtClean="0"/>
              <a:t>M&amp;A 2016 Business Case (BD)</a:t>
            </a:r>
          </a:p>
          <a:p>
            <a:r>
              <a:rPr lang="en-US" dirty="0" smtClean="0"/>
              <a:t>SST </a:t>
            </a:r>
            <a:r>
              <a:rPr lang="en-US" dirty="0"/>
              <a:t>Forensics (P)</a:t>
            </a:r>
            <a:endParaRPr lang="en-US" dirty="0" smtClean="0"/>
          </a:p>
          <a:p>
            <a:r>
              <a:rPr lang="en-US" dirty="0" smtClean="0"/>
              <a:t>SST Platform </a:t>
            </a:r>
            <a:r>
              <a:rPr lang="en-US" dirty="0"/>
              <a:t>Modernization (P)</a:t>
            </a:r>
            <a:endParaRPr lang="en-US" dirty="0" smtClean="0"/>
          </a:p>
          <a:p>
            <a:r>
              <a:rPr lang="en-US" dirty="0" smtClean="0"/>
              <a:t>NT Enterprise Architecture (E) </a:t>
            </a:r>
          </a:p>
          <a:p>
            <a:r>
              <a:rPr lang="en-US" dirty="0" smtClean="0"/>
              <a:t>Project Black Gold – DME Strategy (P)</a:t>
            </a:r>
          </a:p>
          <a:p>
            <a:r>
              <a:rPr lang="en-US" dirty="0" smtClean="0"/>
              <a:t>AIG DOL Fiduciary (P)</a:t>
            </a:r>
          </a:p>
          <a:p>
            <a:r>
              <a:rPr lang="en-US" dirty="0" smtClean="0"/>
              <a:t>SIFMA Fixed Income Overview (P)</a:t>
            </a:r>
          </a:p>
          <a:p>
            <a:r>
              <a:rPr lang="en-US" dirty="0" smtClean="0"/>
              <a:t>TD Ameritrade DOL Fiduciary (E)</a:t>
            </a:r>
          </a:p>
          <a:p>
            <a:pPr marL="0" indent="0">
              <a:buNone/>
            </a:pPr>
            <a:endParaRPr lang="en-US" dirty="0"/>
          </a:p>
        </p:txBody>
      </p:sp>
    </p:spTree>
    <p:extLst>
      <p:ext uri="{BB962C8B-B14F-4D97-AF65-F5344CB8AC3E}">
        <p14:creationId xmlns:p14="http://schemas.microsoft.com/office/powerpoint/2010/main" val="401653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04000" y="640938"/>
            <a:ext cx="8135999" cy="294953"/>
          </a:xfrm>
          <a:prstGeom prst="rect">
            <a:avLst/>
          </a:prstGeom>
        </p:spPr>
        <p:txBody>
          <a:bodyPr/>
          <a:lstStyle>
            <a:lvl1pPr algn="l" defTabSz="914400" rtl="0" eaLnBrk="1" latinLnBrk="0" hangingPunct="1">
              <a:lnSpc>
                <a:spcPts val="2300"/>
              </a:lnSpc>
              <a:spcBef>
                <a:spcPct val="0"/>
              </a:spcBef>
              <a:spcAft>
                <a:spcPts val="0"/>
              </a:spcAft>
              <a:buNone/>
              <a:defRPr sz="2000" b="1" i="1" kern="1200">
                <a:solidFill>
                  <a:schemeClr val="tx1"/>
                </a:solidFill>
                <a:latin typeface="+mj-lt"/>
                <a:ea typeface="+mj-ea"/>
                <a:cs typeface="+mj-cs"/>
              </a:defRPr>
            </a:lvl1pPr>
          </a:lstStyle>
          <a:p>
            <a:r>
              <a:rPr lang="en-US" dirty="0" smtClean="0"/>
              <a:t>2017 Self-Assessment &amp; Development Plan</a:t>
            </a:r>
            <a:endParaRPr lang="en-US" dirty="0"/>
          </a:p>
        </p:txBody>
      </p:sp>
      <p:sp>
        <p:nvSpPr>
          <p:cNvPr id="3" name="Text Placeholder 2"/>
          <p:cNvSpPr txBox="1">
            <a:spLocks/>
          </p:cNvSpPr>
          <p:nvPr/>
        </p:nvSpPr>
        <p:spPr>
          <a:xfrm>
            <a:off x="503238" y="1376364"/>
            <a:ext cx="8137525" cy="4830762"/>
          </a:xfrm>
          <a:prstGeom prst="rect">
            <a:avLst/>
          </a:prstGeom>
        </p:spPr>
        <p:txBody>
          <a:bodyPr/>
          <a:lstStyle>
            <a:lvl1pPr marL="179388" indent="-179388" algn="l" defTabSz="914400" rtl="0" eaLnBrk="1" latinLnBrk="0" hangingPunct="1">
              <a:lnSpc>
                <a:spcPct val="90000"/>
              </a:lnSpc>
              <a:spcBef>
                <a:spcPts val="1200"/>
              </a:spcBef>
              <a:spcAft>
                <a:spcPts val="0"/>
              </a:spcAft>
              <a:buFont typeface="Arial" panose="020B0604020202020204" pitchFamily="34" charset="0"/>
              <a:buChar char="•"/>
              <a:defRPr sz="1600" b="0" kern="1200">
                <a:solidFill>
                  <a:schemeClr val="tx1"/>
                </a:solidFill>
                <a:latin typeface="+mn-lt"/>
                <a:ea typeface="+mn-ea"/>
                <a:cs typeface="+mn-cs"/>
              </a:defRPr>
            </a:lvl1pPr>
            <a:lvl2pPr marL="378000" indent="-180000" algn="l" defTabSz="914400" rtl="0" eaLnBrk="1" latinLnBrk="0" hangingPunct="1">
              <a:lnSpc>
                <a:spcPct val="90000"/>
              </a:lnSpc>
              <a:spcBef>
                <a:spcPts val="600"/>
              </a:spcBef>
              <a:buFont typeface="Arial" panose="020B0604020202020204" pitchFamily="34" charset="0"/>
              <a:buChar char="–"/>
              <a:defRPr sz="1600" b="0" kern="1200">
                <a:solidFill>
                  <a:schemeClr val="tx1"/>
                </a:solidFill>
                <a:latin typeface="+mn-lt"/>
                <a:ea typeface="+mn-ea"/>
                <a:cs typeface="+mn-cs"/>
              </a:defRPr>
            </a:lvl2pPr>
            <a:lvl3pPr marL="55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3pPr>
            <a:lvl4pPr marL="738000" indent="-179388" algn="l" defTabSz="914400" rtl="0" eaLnBrk="1" latinLnBrk="0" hangingPunct="1">
              <a:lnSpc>
                <a:spcPct val="100000"/>
              </a:lnSpc>
              <a:spcBef>
                <a:spcPts val="0"/>
              </a:spcBef>
              <a:buFont typeface="Arial" panose="020B0604020202020204" pitchFamily="34" charset="0"/>
              <a:buChar char="–"/>
              <a:defRPr sz="1600" b="0" kern="1200">
                <a:solidFill>
                  <a:schemeClr val="tx1"/>
                </a:solidFill>
                <a:latin typeface="+mn-lt"/>
                <a:ea typeface="+mn-ea"/>
                <a:cs typeface="+mn-cs"/>
              </a:defRPr>
            </a:lvl4pPr>
            <a:lvl5pPr marL="738000" indent="-179388" algn="l" defTabSz="914400" rtl="0" eaLnBrk="1" latinLnBrk="0" hangingPunct="1">
              <a:lnSpc>
                <a:spcPct val="100000"/>
              </a:lnSpc>
              <a:spcBef>
                <a:spcPts val="0"/>
              </a:spcBef>
              <a:buFont typeface="Arial" panose="020B0604020202020204" pitchFamily="34" charset="0"/>
              <a:buChar char="–"/>
              <a:tabLst/>
              <a:defRPr sz="1600" b="0" kern="1200">
                <a:solidFill>
                  <a:schemeClr val="tx1"/>
                </a:solidFill>
                <a:latin typeface="+mn-lt"/>
                <a:ea typeface="+mn-ea"/>
                <a:cs typeface="+mn-cs"/>
              </a:defRPr>
            </a:lvl5pPr>
            <a:lvl6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717550" indent="-1793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000" dirty="0" smtClean="0"/>
              <a:t>Dominic joined PwC Strategy&amp; in September 2015. During this time he has been involved in a number of business development efforts (Credit Suisse, M&amp;A Deals Strategy) and sales proposals (State Street, SIFMA, AIG, Oman Investment Fund). Over the past 7 months, Dom has demonstrated the ability to work well in teams as well as independently lead internal initiatives. He has also received positive formal and informal recognition for his work from Senior Leadership.</a:t>
            </a:r>
          </a:p>
          <a:p>
            <a:pPr marL="0" indent="0">
              <a:buNone/>
            </a:pPr>
            <a:r>
              <a:rPr lang="en-US" sz="1000" dirty="0" smtClean="0"/>
              <a:t>Dom’s first few months with the firm were marked by a unique set of circumstances. Aside from the cyclical year-end slowdown, the Business saw a temporary pipeline slowdown in early-2017. He has also had to transition to a new Demand Manager and Relationship Partner, as his previous DM and RP have since left the firm. These factors, along with the integration of the Capital Markets Strategy team into the Strategy Consulting Horizontal resulted in some initial difficulty in getting Dom staffed. Despite this, Dom managed to persevere and had used the opportunity to get involved in recruiting efforts, as well as build his network both in Chicago and New York.</a:t>
            </a:r>
          </a:p>
          <a:p>
            <a:pPr marL="0" indent="0">
              <a:buNone/>
            </a:pPr>
            <a:r>
              <a:rPr lang="en-US" sz="1000" dirty="0"/>
              <a:t>To date, Dom has worked on two engagements – Northern Trust (Enterprise Transformation) and TD Ameritrade (DOL Rule Impact Assessment). Based on the feedback from his first engagement, Dominic should look to </a:t>
            </a:r>
            <a:r>
              <a:rPr lang="en-US" sz="1000" dirty="0" smtClean="0"/>
              <a:t>improve upon his his understanding of a Business Case, in addition to developing his ability to structure content from scratch. Over the next year, Dom should focus on continuing to build his network within the firm and improve his utilization metrics. He should seek out opportunities both within FS Strategy, as well as areas outside the practice (i.e. </a:t>
            </a:r>
            <a:r>
              <a:rPr lang="en-US" sz="1000" dirty="0" err="1" smtClean="0"/>
              <a:t>FinTech</a:t>
            </a:r>
            <a:r>
              <a:rPr lang="en-US" sz="1000" dirty="0" smtClean="0"/>
              <a:t>) that speak to his interests.   </a:t>
            </a:r>
            <a:endParaRPr lang="en-US" sz="1000" dirty="0"/>
          </a:p>
          <a:p>
            <a:pPr marL="0" indent="0">
              <a:buNone/>
            </a:pPr>
            <a:r>
              <a:rPr lang="en-US" sz="1000" b="1" dirty="0" smtClean="0"/>
              <a:t>Development Goals</a:t>
            </a:r>
          </a:p>
          <a:p>
            <a:pPr>
              <a:spcBef>
                <a:spcPts val="0"/>
              </a:spcBef>
            </a:pPr>
            <a:r>
              <a:rPr lang="en-US" sz="1000" dirty="0" smtClean="0"/>
              <a:t>Over the next year, Dominic should build on his </a:t>
            </a:r>
            <a:r>
              <a:rPr lang="en-US" sz="1000" dirty="0" smtClean="0"/>
              <a:t>ability </a:t>
            </a:r>
            <a:r>
              <a:rPr lang="en-US" sz="1000" dirty="0" smtClean="0"/>
              <a:t>manage a work-stream. By the end of the year, Dominic should have demonstrated the several instances of leading client meetings, and owning deliverables with </a:t>
            </a:r>
            <a:r>
              <a:rPr lang="en-US" sz="1000" dirty="0" smtClean="0"/>
              <a:t>limited </a:t>
            </a:r>
            <a:r>
              <a:rPr lang="en-US" sz="1000" dirty="0" smtClean="0"/>
              <a:t>oversight </a:t>
            </a:r>
          </a:p>
          <a:p>
            <a:pPr>
              <a:spcBef>
                <a:spcPts val="0"/>
              </a:spcBef>
            </a:pPr>
            <a:r>
              <a:rPr lang="en-US" sz="1000" dirty="0" smtClean="0"/>
              <a:t>Over the next year, Dominic should work to develop junior members of </a:t>
            </a:r>
            <a:r>
              <a:rPr lang="en-US" sz="1000" dirty="0" smtClean="0"/>
              <a:t>his</a:t>
            </a:r>
            <a:r>
              <a:rPr lang="en-US" sz="1000" dirty="0" smtClean="0"/>
              <a:t> teams </a:t>
            </a:r>
            <a:r>
              <a:rPr lang="en-US" sz="1000" dirty="0" smtClean="0"/>
              <a:t>by delegating tasks, overseeing quality work, and providing constructive </a:t>
            </a:r>
            <a:r>
              <a:rPr lang="en-US" sz="1000" dirty="0" smtClean="0"/>
              <a:t>feedback.</a:t>
            </a:r>
            <a:endParaRPr lang="en-US" sz="1000" dirty="0" smtClean="0"/>
          </a:p>
          <a:p>
            <a:pPr>
              <a:spcBef>
                <a:spcPts val="0"/>
              </a:spcBef>
            </a:pPr>
            <a:r>
              <a:rPr lang="en-US" sz="1000" dirty="0" smtClean="0"/>
              <a:t>Over the next year, Dominic should build on his analytical skills by owning complex financial models and synthesizing useful insights for the client</a:t>
            </a:r>
          </a:p>
          <a:p>
            <a:pPr>
              <a:spcBef>
                <a:spcPts val="0"/>
              </a:spcBef>
            </a:pPr>
            <a:r>
              <a:rPr lang="en-US" sz="1000" dirty="0" smtClean="0"/>
              <a:t>Over the next year, Dominic should build on his ability to structure slide decks both vertically and horizontally. By the end of the year he should have demonstrated several instances of creating clear, compelling storylines in addition to MECE frameworks</a:t>
            </a:r>
          </a:p>
          <a:p>
            <a:pPr>
              <a:spcBef>
                <a:spcPts val="0"/>
              </a:spcBef>
            </a:pPr>
            <a:r>
              <a:rPr lang="en-US" sz="1000" dirty="0" smtClean="0"/>
              <a:t>Over the next year Dominic should continue to be involved in areas outside client work – working on firm initiatives such as </a:t>
            </a:r>
            <a:r>
              <a:rPr lang="en-US" sz="1000" dirty="0" err="1" smtClean="0"/>
              <a:t>FinTech</a:t>
            </a:r>
            <a:r>
              <a:rPr lang="en-US" sz="1000" dirty="0" smtClean="0"/>
              <a:t>, and contributing to </a:t>
            </a:r>
            <a:r>
              <a:rPr lang="en-US" sz="1000" dirty="0" smtClean="0"/>
              <a:t>recruiting / L&amp;D </a:t>
            </a:r>
            <a:r>
              <a:rPr lang="en-US" sz="1000" dirty="0" smtClean="0"/>
              <a:t>efforts</a:t>
            </a:r>
          </a:p>
          <a:p>
            <a:pPr marL="0" indent="0">
              <a:buNone/>
            </a:pPr>
            <a:endParaRPr lang="en-US" dirty="0"/>
          </a:p>
        </p:txBody>
      </p:sp>
    </p:spTree>
    <p:extLst>
      <p:ext uri="{BB962C8B-B14F-4D97-AF65-F5344CB8AC3E}">
        <p14:creationId xmlns:p14="http://schemas.microsoft.com/office/powerpoint/2010/main" val="191131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00" y="640938"/>
            <a:ext cx="8135999" cy="294953"/>
          </a:xfrm>
        </p:spPr>
        <p:txBody>
          <a:bodyPr/>
          <a:lstStyle/>
          <a:p>
            <a:r>
              <a:rPr lang="en-US" dirty="0" smtClean="0"/>
              <a:t>Networking / Reinvest </a:t>
            </a:r>
            <a:endParaRPr lang="en-US" dirty="0"/>
          </a:p>
        </p:txBody>
      </p:sp>
      <p:sp>
        <p:nvSpPr>
          <p:cNvPr id="3" name="Text Placeholder 2"/>
          <p:cNvSpPr>
            <a:spLocks noGrp="1"/>
          </p:cNvSpPr>
          <p:nvPr>
            <p:ph type="body" sz="quarter" idx="13"/>
          </p:nvPr>
        </p:nvSpPr>
        <p:spPr/>
        <p:txBody>
          <a:bodyPr/>
          <a:lstStyle/>
          <a:p>
            <a:r>
              <a:rPr lang="en-US" dirty="0" smtClean="0"/>
              <a:t>Connectivity Dinners</a:t>
            </a:r>
          </a:p>
          <a:p>
            <a:pPr lvl="1"/>
            <a:r>
              <a:rPr lang="en-US" dirty="0" smtClean="0"/>
              <a:t>9/29/15</a:t>
            </a:r>
          </a:p>
          <a:p>
            <a:pPr lvl="1"/>
            <a:r>
              <a:rPr lang="en-US" dirty="0" smtClean="0"/>
              <a:t>2/13/16 </a:t>
            </a:r>
          </a:p>
          <a:p>
            <a:r>
              <a:rPr lang="en-US" dirty="0" smtClean="0"/>
              <a:t>Met with several members of the CM Strategy team – October 2015</a:t>
            </a:r>
          </a:p>
          <a:p>
            <a:r>
              <a:rPr lang="en-US" dirty="0" smtClean="0"/>
              <a:t>Networking calls with S&amp; Partners within FS Strategy:</a:t>
            </a:r>
          </a:p>
          <a:p>
            <a:pPr lvl="1"/>
            <a:r>
              <a:rPr lang="en-US" dirty="0" smtClean="0"/>
              <a:t>Kelley </a:t>
            </a:r>
            <a:r>
              <a:rPr lang="en-US" dirty="0" err="1" smtClean="0"/>
              <a:t>Mavros</a:t>
            </a:r>
            <a:r>
              <a:rPr lang="en-US" dirty="0" smtClean="0"/>
              <a:t> 11/13/15</a:t>
            </a:r>
          </a:p>
          <a:p>
            <a:pPr lvl="1"/>
            <a:r>
              <a:rPr lang="en-US" dirty="0" smtClean="0"/>
              <a:t>Caitlyn Truong 1/22/16</a:t>
            </a:r>
          </a:p>
          <a:p>
            <a:r>
              <a:rPr lang="en-US" dirty="0" smtClean="0"/>
              <a:t>Hosted </a:t>
            </a:r>
            <a:r>
              <a:rPr lang="en-US" dirty="0"/>
              <a:t>I</a:t>
            </a:r>
            <a:r>
              <a:rPr lang="en-US" dirty="0" smtClean="0"/>
              <a:t>nterview candidates</a:t>
            </a:r>
          </a:p>
          <a:p>
            <a:pPr lvl="1"/>
            <a:r>
              <a:rPr lang="en-US" dirty="0" smtClean="0"/>
              <a:t>10/9/15</a:t>
            </a:r>
          </a:p>
          <a:p>
            <a:pPr lvl="1"/>
            <a:r>
              <a:rPr lang="en-US" dirty="0" smtClean="0"/>
              <a:t>10/23/15</a:t>
            </a:r>
          </a:p>
          <a:p>
            <a:pPr lvl="1"/>
            <a:r>
              <a:rPr lang="en-US" dirty="0" smtClean="0"/>
              <a:t>1/29/16</a:t>
            </a:r>
          </a:p>
          <a:p>
            <a:pPr lvl="1"/>
            <a:r>
              <a:rPr lang="en-US" dirty="0" smtClean="0"/>
              <a:t>2/19/16</a:t>
            </a:r>
          </a:p>
          <a:p>
            <a:pPr lvl="1"/>
            <a:endParaRPr lang="en-US" dirty="0" smtClean="0"/>
          </a:p>
        </p:txBody>
      </p:sp>
    </p:spTree>
    <p:extLst>
      <p:ext uri="{BB962C8B-B14F-4D97-AF65-F5344CB8AC3E}">
        <p14:creationId xmlns:p14="http://schemas.microsoft.com/office/powerpoint/2010/main" val="13445014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21047&quot;&gt;&lt;version val=&quot;23043&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m/%#d&lt;/m_strFormatTime&gt;&lt;/m_precDefaultDate&gt;&lt;m_precDefaultYear&gt;&lt;m_bNumberIsYear val=&quot;0&quot;/&gt;&lt;/m_precDefaultYear&gt;&lt;m_precDefaultQuarter&gt;&lt;m_bNumberIsYear val=&quot;0&quot;/&gt;&lt;/m_precDefaultQuarter&gt;&lt;m_precDefaultMonth&gt;&lt;m_bNumberIsYear val=&quot;0&quot;/&gt;&lt;/m_precDefaultMonth&gt;&lt;m_precDefaultWeek&gt;&lt;m_bNumberIsYear val=&quot;0&quot;/&gt;&lt;/m_precDefaultWeek&gt;&lt;m_precDefaultDay&gt;&lt;m_bNumberIsYear val=&quot;0&quo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5.xml><?xml version="1.0" encoding="utf-8"?>
<p:tagLst xmlns:a="http://schemas.openxmlformats.org/drawingml/2006/main" xmlns:r="http://schemas.openxmlformats.org/officeDocument/2006/relationships" xmlns:p="http://schemas.openxmlformats.org/presentationml/2006/main">
  <p:tag name="PWC LOGO" val="2014 July"/>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10.xml><?xml version="1.0" encoding="utf-8"?>
<p:tagLst xmlns:a="http://schemas.openxmlformats.org/drawingml/2006/main" xmlns:r="http://schemas.openxmlformats.org/officeDocument/2006/relationships" xmlns:p="http://schemas.openxmlformats.org/presentationml/2006/main">
  <p:tag name="PWC LOGO" val="2014 July"/>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13.xml><?xml version="1.0" encoding="utf-8"?>
<p:tagLst xmlns:a="http://schemas.openxmlformats.org/drawingml/2006/main" xmlns:r="http://schemas.openxmlformats.org/officeDocument/2006/relationships" xmlns:p="http://schemas.openxmlformats.org/presentationml/2006/main">
  <p:tag name="PWC LOGO" val="2014 July"/>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PWC LOGO" val="2014 July"/>
</p:tagLst>
</file>

<file path=ppt/tags/tag16.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19.xml><?xml version="1.0" encoding="utf-8"?>
<p:tagLst xmlns:a="http://schemas.openxmlformats.org/drawingml/2006/main" xmlns:r="http://schemas.openxmlformats.org/officeDocument/2006/relationships" xmlns:p="http://schemas.openxmlformats.org/presentationml/2006/main">
  <p:tag name="PWC LOGO" val="2014 July"/>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22.xml><?xml version="1.0" encoding="utf-8"?>
<p:tagLst xmlns:a="http://schemas.openxmlformats.org/drawingml/2006/main" xmlns:r="http://schemas.openxmlformats.org/officeDocument/2006/relationships" xmlns:p="http://schemas.openxmlformats.org/presentationml/2006/main">
  <p:tag name="PWC LOGO" val="2014 July"/>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STRATEGY&amp; AMPERSAND" val="2014 July"/>
</p:tagLst>
</file>

<file path=ppt/tags/tag25.xml><?xml version="1.0" encoding="utf-8"?>
<p:tagLst xmlns:a="http://schemas.openxmlformats.org/drawingml/2006/main" xmlns:r="http://schemas.openxmlformats.org/officeDocument/2006/relationships" xmlns:p="http://schemas.openxmlformats.org/presentationml/2006/main">
  <p:tag name="PWC LOGO" val="2014 July"/>
</p:tagLst>
</file>

<file path=ppt/theme/theme1.xml><?xml version="1.0" encoding="utf-8"?>
<a:theme xmlns:a="http://schemas.openxmlformats.org/drawingml/2006/main" name="April2015">
  <a:themeElements>
    <a:clrScheme name="StrategyandUAT">
      <a:dk1>
        <a:sysClr val="windowText" lastClr="000000"/>
      </a:dk1>
      <a:lt1>
        <a:sysClr val="window" lastClr="FFFFFF"/>
      </a:lt1>
      <a:dk2>
        <a:srgbClr val="82141E"/>
      </a:dk2>
      <a:lt2>
        <a:srgbClr val="FFFFFF"/>
      </a:lt2>
      <a:accent1>
        <a:srgbClr val="82141E"/>
      </a:accent1>
      <a:accent2>
        <a:srgbClr val="A32020"/>
      </a:accent2>
      <a:accent3>
        <a:srgbClr val="968C6D"/>
      </a:accent3>
      <a:accent4>
        <a:srgbClr val="E0301E"/>
      </a:accent4>
      <a:accent5>
        <a:srgbClr val="DB536A"/>
      </a:accent5>
      <a:accent6>
        <a:srgbClr val="EB8C00"/>
      </a:accent6>
      <a:hlink>
        <a:srgbClr val="0070C0"/>
      </a:hlink>
      <a:folHlink>
        <a:srgbClr val="7FC9FF"/>
      </a:folHlink>
    </a:clrScheme>
    <a:fontScheme name="Strategyand">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rgbClr val="000000"/>
          </a:solidFill>
        </a:ln>
      </a:spPr>
      <a:bodyPr rtlCol="0" anchor="ctr"/>
      <a:lstStyle>
        <a:defPPr algn="ctr">
          <a:defRPr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200" dirty="0" err="1" smtClean="0"/>
        </a:defPPr>
      </a:lstStyle>
    </a:txDef>
  </a:objectDefaults>
  <a:extraClrSchemeLst/>
  <a:custClrLst>
    <a:custClr name="Maroon Tint 1 (70%)">
      <a:srgbClr val="A85B62"/>
    </a:custClr>
    <a:custClr name="Maroon Tint 1 (40%)">
      <a:srgbClr val="CDA1A5"/>
    </a:custClr>
    <a:custClr name="Maroon Tint 1 (20%)">
      <a:srgbClr val="E6D0D2"/>
    </a:custClr>
    <a:custClr name="Burgundy Tint 1 (70%)">
      <a:srgbClr val="BF6363"/>
    </a:custClr>
    <a:custClr name="Burgundy Tint 1 (40%)">
      <a:srgbClr val="DAA6A6"/>
    </a:custClr>
    <a:custClr name="Burgundy Tint 1 (20%)">
      <a:srgbClr val="EDD2D2"/>
    </a:custClr>
    <a:custClr name="Grey Tint 1 (70%)">
      <a:srgbClr val="B6AF99"/>
    </a:custClr>
    <a:custClr name="Grey Tint 1 (40%)">
      <a:srgbClr val="D5D1C5"/>
    </a:custClr>
    <a:custClr name="Grey Tint 1 (20%)">
      <a:srgbClr val="EAE8E2"/>
    </a:custClr>
    <a:custClr name="Solid Yellow">
      <a:srgbClr val="FFB600"/>
    </a:custClr>
    <a:custClr name="Blue Pantone 7461">
      <a:srgbClr val="5571B4"/>
    </a:custClr>
    <a:custClr name="Pantone 369">
      <a:srgbClr val="489A1F"/>
    </a:custClr>
  </a:custClrLst>
</a:theme>
</file>

<file path=ppt/theme/theme2.xml><?xml version="1.0" encoding="utf-8"?>
<a:theme xmlns:a="http://schemas.openxmlformats.org/drawingml/2006/main" name="Office Theme">
  <a:themeElements>
    <a:clrScheme name="Strategyand">
      <a:dk1>
        <a:sysClr val="windowText" lastClr="000000"/>
      </a:dk1>
      <a:lt1>
        <a:sysClr val="window" lastClr="FFFFFF"/>
      </a:lt1>
      <a:dk2>
        <a:srgbClr val="82141E"/>
      </a:dk2>
      <a:lt2>
        <a:srgbClr val="FFFFFF"/>
      </a:lt2>
      <a:accent1>
        <a:srgbClr val="82141E"/>
      </a:accent1>
      <a:accent2>
        <a:srgbClr val="A32020"/>
      </a:accent2>
      <a:accent3>
        <a:srgbClr val="968C6D"/>
      </a:accent3>
      <a:accent4>
        <a:srgbClr val="E0301E"/>
      </a:accent4>
      <a:accent5>
        <a:srgbClr val="DB536A"/>
      </a:accent5>
      <a:accent6>
        <a:srgbClr val="EB8C00"/>
      </a:accent6>
      <a:hlink>
        <a:srgbClr val="82141E"/>
      </a:hlink>
      <a:folHlink>
        <a:srgbClr val="82141E"/>
      </a:folHlink>
    </a:clrScheme>
    <a:fontScheme name="Strategyand">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trategyand">
      <a:dk1>
        <a:sysClr val="windowText" lastClr="000000"/>
      </a:dk1>
      <a:lt1>
        <a:sysClr val="window" lastClr="FFFFFF"/>
      </a:lt1>
      <a:dk2>
        <a:srgbClr val="82141E"/>
      </a:dk2>
      <a:lt2>
        <a:srgbClr val="FFFFFF"/>
      </a:lt2>
      <a:accent1>
        <a:srgbClr val="82141E"/>
      </a:accent1>
      <a:accent2>
        <a:srgbClr val="A32020"/>
      </a:accent2>
      <a:accent3>
        <a:srgbClr val="968C6D"/>
      </a:accent3>
      <a:accent4>
        <a:srgbClr val="E0301E"/>
      </a:accent4>
      <a:accent5>
        <a:srgbClr val="DB536A"/>
      </a:accent5>
      <a:accent6>
        <a:srgbClr val="EB8C00"/>
      </a:accent6>
      <a:hlink>
        <a:srgbClr val="82141E"/>
      </a:hlink>
      <a:folHlink>
        <a:srgbClr val="82141E"/>
      </a:folHlink>
    </a:clrScheme>
    <a:fontScheme name="Strategyand">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strategyandProposalCV</Template>
  <TotalTime>1623</TotalTime>
  <Words>928</Words>
  <Application>Microsoft Office PowerPoint</Application>
  <PresentationFormat>On-screen Show (4:3)</PresentationFormat>
  <Paragraphs>69</Paragraphs>
  <Slides>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0" baseType="lpstr">
      <vt:lpstr>Arial</vt:lpstr>
      <vt:lpstr>Georgia</vt:lpstr>
      <vt:lpstr>Wingdings</vt:lpstr>
      <vt:lpstr>April2015</vt:lpstr>
      <vt:lpstr>think-cell Slide</vt:lpstr>
      <vt:lpstr>Dominic Mangonon FS Ops Strategy</vt:lpstr>
      <vt:lpstr>PowerPoint Presentation</vt:lpstr>
      <vt:lpstr>PowerPoint Presentation</vt:lpstr>
      <vt:lpstr>PowerPoint Presentation</vt:lpstr>
      <vt:lpstr>Networking / Reinvest </vt:lpstr>
    </vt:vector>
  </TitlesOfParts>
  <Company>PricewaterhouseCoopers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Dominic A Mangonon</dc:creator>
  <cp:lastModifiedBy>Dominic A Mangonon</cp:lastModifiedBy>
  <cp:revision>54</cp:revision>
  <cp:lastPrinted>2014-02-25T18:33:29Z</cp:lastPrinted>
  <dcterms:created xsi:type="dcterms:W3CDTF">2016-01-22T00:59:29Z</dcterms:created>
  <dcterms:modified xsi:type="dcterms:W3CDTF">2016-04-10T15:30:21Z</dcterms:modified>
  <cp:category>Template</cp:category>
</cp:coreProperties>
</file>